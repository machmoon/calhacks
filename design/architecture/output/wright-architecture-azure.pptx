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547f2483bd42dd" /><Relationship Type="http://schemas.openxmlformats.org/officeDocument/2006/relationships/extended-properties" Target="/docProps/app.xml" Id="Rbb06a94126084593" /><Relationship Type="http://schemas.openxmlformats.org/officeDocument/2006/relationships/officeDocument" Target="/ppt/presentation.xml" Id="Ra7726d100c5146d4" /></Relationships>
</file>

<file path=ppt/presentation.xml><?xml version="1.0" encoding="utf-8"?>
<p:presentation xmlns:p="http://schemas.openxmlformats.org/presentationml/2006/main">
  <p:sldMasterIdLst>
    <p:sldMasterId xmlns:r="http://schemas.openxmlformats.org/officeDocument/2006/relationships" id="2147483648" r:id="R8f4484cf50b24635"/>
  </p:sldMasterIdLst>
  <p:notesMasterIdLst>
    <p:notesMasterId xmlns:r="http://schemas.openxmlformats.org/officeDocument/2006/relationships" r:id="Rd85c2ccd78c04e26"/>
  </p:notesMasterIdLst>
  <p:sldIdLst>
    <p:sldId xmlns:r="http://schemas.openxmlformats.org/officeDocument/2006/relationships" id="256" r:id="R92392abb16264d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fee17a08114a4c" /><Relationship Type="http://schemas.openxmlformats.org/officeDocument/2006/relationships/slideMaster" Target="/ppt/slideMasters/slideMaster1.xml" Id="R8f4484cf50b24635" /><Relationship Type="http://schemas.openxmlformats.org/officeDocument/2006/relationships/notesMaster" Target="/ppt/notesMasters/notesMaster1.xml" Id="Rd85c2ccd78c04e26" /><Relationship Type="http://schemas.openxmlformats.org/officeDocument/2006/relationships/presProps" Target="/ppt/presProps.xml" Id="R7bd3c33ce1554c0c" /><Relationship Type="http://schemas.openxmlformats.org/officeDocument/2006/relationships/tableStyles" Target="/ppt/tableStyles.xml" Id="R8ab42e5118954bab" /><Relationship Type="http://schemas.openxmlformats.org/officeDocument/2006/relationships/slide" Target="/ppt/slides/slide1.xml" Id="R92392abb16264d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5a08fb7af241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a384c1c8a646d9" /><Relationship Type="http://schemas.openxmlformats.org/officeDocument/2006/relationships/notesMaster" Target="/ppt/notesMasters/notesMaster1.xml" Id="R42908a36470848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Wright architecture, 2026-10-24. Same editable boxes and visual system as the earlier slide. Source: crates/wright-agents/src/azure_blob.rs and runs_db.rs; scripts/env.sh; docs/azure-db.md; crates/wright-eda and electronics integration work. Azure storage: wrightfilesfb102aa8/wright-runs, private container with Entra authorization; metadata in existing Cosmos wright-runs-pl4676/wright/runs. Storage saves run summaries and enumerated generated artifacts, not continuous synchronization or complete project backup. Checkpoints, events and lessons remain local. Failed uploads leave local files intact and surface an error; re-import retries. Save arrow represents cloud persistence of run results and files; run-history retrieval also supplies prior efforts to the harness. Model provider depends on configuration; this does not claim the model is deployed in Azure. Mechanical and PCB work can overlap once interfaces and placement constraints are available. AI PCB integration is under active development; this is the architecture, not a claim of completed manufacturing qualification. Lean specifications and Haskell cross-checks remain under verification. Engineer approval is the intended release workflow. The slide deliberately abstracts specific language/runtime internals.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9cec50f13d4aa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38b493cbed8458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e2d32b945a54af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7c7ad3ee177451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b9c7f0c905746b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3ad9d4322ad4bd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F4D93D-CF2E-4D8D-BBEB-FF49DADAE5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5AE6A85-9777-4C39-A770-FEF05753F52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30EA7A5-A8FE-4913-801A-72316D8A4FA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62F1DF-292B-405D-B8A6-3892FD7645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B566699-E09E-485A-A89E-B2B275073FE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0D40485-175E-4476-8B00-3FC887D91A1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41C2EC-CD19-47AD-B251-82698CA095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A7074DD-0BB1-4833-9136-B48A9ED87EB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91B02D0-B7D6-4140-9689-15B7B54488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BC5A38-AEC9-4C06-919C-FE7459BF871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997a3dd25343a3" /><Relationship Type="http://schemas.openxmlformats.org/officeDocument/2006/relationships/slideLayout" Target="/ppt/slideLayouts/slideLayout1.xml" Id="R62733312c4ac4015" /><Relationship Type="http://schemas.openxmlformats.org/officeDocument/2006/relationships/slideLayout" Target="/ppt/slideLayouts/slideLayout2.xml" Id="Ra67882ef762c4e1c" /><Relationship Type="http://schemas.openxmlformats.org/officeDocument/2006/relationships/slideLayout" Target="/ppt/slideLayouts/slideLayout3.xml" Id="R5e15f0a9d2104f0c" /><Relationship Type="http://schemas.openxmlformats.org/officeDocument/2006/relationships/slideLayout" Target="/ppt/slideLayouts/slideLayout4.xml" Id="R8427d6d6c80f4a28" /><Relationship Type="http://schemas.openxmlformats.org/officeDocument/2006/relationships/slideLayout" Target="/ppt/slideLayouts/slideLayout5.xml" Id="Re943625304b24d92" /><Relationship Type="http://schemas.openxmlformats.org/officeDocument/2006/relationships/slideLayout" Target="/ppt/slideLayouts/slideLayout6.xml" Id="R76fb9b8ea3da45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733312c4ac4015"/>
    <p:sldLayoutId xmlns:r="http://schemas.openxmlformats.org/officeDocument/2006/relationships" id="2147483650" r:id="Ra67882ef762c4e1c"/>
    <p:sldLayoutId xmlns:r="http://schemas.openxmlformats.org/officeDocument/2006/relationships" id="2147483651" r:id="R5e15f0a9d2104f0c"/>
    <p:sldLayoutId xmlns:r="http://schemas.openxmlformats.org/officeDocument/2006/relationships" id="2147483652" r:id="R8427d6d6c80f4a28"/>
    <p:sldLayoutId xmlns:r="http://schemas.openxmlformats.org/officeDocument/2006/relationships" id="2147483653" r:id="Re943625304b24d92"/>
    <p:sldLayoutId xmlns:r="http://schemas.openxmlformats.org/officeDocument/2006/relationships" id="2147483654" r:id="R76fb9b8ea3da45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6cf82903db6490e" /><Relationship Type="http://schemas.openxmlformats.org/officeDocument/2006/relationships/image" Target="/ppt/media/image.png" Id="R6737d1d182a74742" /><Relationship Type="http://schemas.openxmlformats.org/officeDocument/2006/relationships/notesSlide" Target="/ppt/notesSlides/notesSlide1.xml" Id="R53e3a681e22241d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50" name="">
            <a:extLst xmlns:a="http://schemas.openxmlformats.org/drawingml/2006/main">
              <a:ext uri="{FF2B5EF4-FFF2-40B4-BE49-F238E27FC236}">
                <a16:creationId xmlns:a16="http://schemas.microsoft.com/office/drawing/2014/main" id="{F859387F-FFDA-4277-9DAA-69A6C39AEAC5}"/>
              </a:ext>
            </a:extLst>
          </p:cNvPr>
          <p:cNvCxnSpPr>
            <a:stCxn xmlns:a="http://schemas.openxmlformats.org/drawingml/2006/main" id="31" idx="3"/>
            <a:endCxn xmlns:a="http://schemas.openxmlformats.org/drawingml/2006/main" id="34" idx="1"/>
          </p:cNvCxnSpPr>
          <p:nvPr/>
        </p:nvCxnSpPr>
        <p:spPr>
          <a:xfrm xmlns:a="http://schemas.openxmlformats.org/drawingml/2006/main" flipV="1">
            <a:off x="8953500" y="4586288"/>
            <a:ext cx="571500" cy="1085850"/>
          </a:xfrm>
          <a:prstGeom xmlns:a="http://schemas.openxmlformats.org/drawingml/2006/main" prst="bentConnector3">
            <a:avLst>
              <a:gd name="adj1" fmla="val 50000"/>
            </a:avLst>
          </a:prstGeom>
          <a:ln xmlns:a="http://schemas.openxmlformats.org/drawingml/2006/main" w="17145">
            <a:solidFill>
              <a:srgbClr val="276B83"/>
            </a:solidFill>
            <a:prstDash val="solid"/>
            <a:tailEnd type="triangle" w="sm" len="sm"/>
          </a:ln>
        </p:spPr>
      </p:cxnSp>
      <p:cxnSp>
        <p:nvCxnSpPr>
          <p:cNvPr id="49" name="">
            <a:extLst xmlns:a="http://schemas.openxmlformats.org/drawingml/2006/main">
              <a:ext uri="{FF2B5EF4-FFF2-40B4-BE49-F238E27FC236}">
                <a16:creationId xmlns:a16="http://schemas.microsoft.com/office/drawing/2014/main" id="{8CAF6306-B452-4CCE-842A-CB750347FC43}"/>
              </a:ext>
            </a:extLst>
          </p:cNvPr>
          <p:cNvCxnSpPr>
            <a:stCxn xmlns:a="http://schemas.openxmlformats.org/drawingml/2006/main" id="28" idx="2"/>
            <a:endCxn xmlns:a="http://schemas.openxmlformats.org/drawingml/2006/main" id="31" idx="0"/>
          </p:cNvCxnSpPr>
          <p:nvPr/>
        </p:nvCxnSpPr>
        <p:spPr>
          <a:xfrm xmlns:a="http://schemas.openxmlformats.org/drawingml/2006/main">
            <a:off x="5762625" y="5076825"/>
            <a:ext cx="0" cy="285750"/>
          </a:xfrm>
          <a:prstGeom xmlns:a="http://schemas.openxmlformats.org/drawingml/2006/main" prst="straightConnector1">
            <a:avLst/>
          </a:prstGeom>
          <a:ln xmlns:a="http://schemas.openxmlformats.org/drawingml/2006/main" w="17145">
            <a:solidFill>
              <a:srgbClr val="276B83"/>
            </a:solidFill>
            <a:prstDash val="solid"/>
            <a:tailEnd type="triangle" w="sm" len="sm"/>
          </a:ln>
        </p:spPr>
      </p:cxnSp>
      <p:cxnSp>
        <p:nvCxnSpPr>
          <p:cNvPr id="48" name="">
            <a:extLst xmlns:a="http://schemas.openxmlformats.org/drawingml/2006/main">
              <a:ext uri="{FF2B5EF4-FFF2-40B4-BE49-F238E27FC236}">
                <a16:creationId xmlns:a16="http://schemas.microsoft.com/office/drawing/2014/main" id="{32DDAE42-FE38-4686-A739-CAC1A5E7DDB7}"/>
              </a:ext>
            </a:extLst>
          </p:cNvPr>
          <p:cNvCxnSpPr>
            <a:stCxn xmlns:a="http://schemas.openxmlformats.org/drawingml/2006/main" id="24" idx="2"/>
            <a:endCxn xmlns:a="http://schemas.openxmlformats.org/drawingml/2006/main" id="28" idx="0"/>
          </p:cNvCxnSpPr>
          <p:nvPr/>
        </p:nvCxnSpPr>
        <p:spPr>
          <a:xfrm xmlns:a="http://schemas.openxmlformats.org/drawingml/2006/main" flipH="1">
            <a:off x="5762625" y="4076700"/>
            <a:ext cx="1619250" cy="371475"/>
          </a:xfrm>
          <a:prstGeom xmlns:a="http://schemas.openxmlformats.org/drawingml/2006/main" prst="bentConnector4">
            <a:avLst>
              <a:gd name="adj1" fmla="val 0"/>
              <a:gd name="adj2" fmla="val 50000"/>
            </a:avLst>
          </a:prstGeom>
          <a:ln xmlns:a="http://schemas.openxmlformats.org/drawingml/2006/main" w="17145">
            <a:solidFill>
              <a:srgbClr val="276B83"/>
            </a:solidFill>
            <a:prstDash val="solid"/>
            <a:tailEnd type="triangle" w="sm" len="sm"/>
          </a:ln>
        </p:spPr>
      </p:cxnSp>
      <p:cxnSp>
        <p:nvCxnSpPr>
          <p:cNvPr id="47" name="">
            <a:extLst xmlns:a="http://schemas.openxmlformats.org/drawingml/2006/main">
              <a:ext uri="{FF2B5EF4-FFF2-40B4-BE49-F238E27FC236}">
                <a16:creationId xmlns:a16="http://schemas.microsoft.com/office/drawing/2014/main" id="{028F4539-8843-4B89-B9DD-5CE6ADD1622D}"/>
              </a:ext>
            </a:extLst>
          </p:cNvPr>
          <p:cNvCxnSpPr>
            <a:stCxn xmlns:a="http://schemas.openxmlformats.org/drawingml/2006/main" id="20" idx="2"/>
            <a:endCxn xmlns:a="http://schemas.openxmlformats.org/drawingml/2006/main" id="28" idx="0"/>
          </p:cNvCxnSpPr>
          <p:nvPr/>
        </p:nvCxnSpPr>
        <p:spPr>
          <a:xfrm xmlns:a="http://schemas.openxmlformats.org/drawingml/2006/main">
            <a:off x="4048125" y="4076700"/>
            <a:ext cx="1714500" cy="371475"/>
          </a:xfrm>
          <a:prstGeom xmlns:a="http://schemas.openxmlformats.org/drawingml/2006/main" prst="bentConnector4">
            <a:avLst>
              <a:gd name="adj1" fmla="val 0"/>
              <a:gd name="adj2" fmla="val 50000"/>
            </a:avLst>
          </a:prstGeom>
          <a:ln xmlns:a="http://schemas.openxmlformats.org/drawingml/2006/main" w="17145">
            <a:solidFill>
              <a:srgbClr val="276B83"/>
            </a:solidFill>
            <a:prstDash val="solid"/>
            <a:tailEnd type="triangle" w="sm" len="sm"/>
          </a:ln>
        </p:spPr>
      </p:cxnSp>
      <p:cxnSp>
        <p:nvCxnSpPr>
          <p:cNvPr id="46" name="">
            <a:extLst xmlns:a="http://schemas.openxmlformats.org/drawingml/2006/main">
              <a:ext uri="{FF2B5EF4-FFF2-40B4-BE49-F238E27FC236}">
                <a16:creationId xmlns:a16="http://schemas.microsoft.com/office/drawing/2014/main" id="{A57F5624-47F0-407B-A1A9-D2C3ADBD5057}"/>
              </a:ext>
            </a:extLst>
          </p:cNvPr>
          <p:cNvCxnSpPr>
            <a:stCxn xmlns:a="http://schemas.openxmlformats.org/drawingml/2006/main" id="14" idx="2"/>
            <a:endCxn xmlns:a="http://schemas.openxmlformats.org/drawingml/2006/main" id="24" idx="0"/>
          </p:cNvCxnSpPr>
          <p:nvPr/>
        </p:nvCxnSpPr>
        <p:spPr>
          <a:xfrm xmlns:a="http://schemas.openxmlformats.org/drawingml/2006/main">
            <a:off x="5762625" y="2371725"/>
            <a:ext cx="1619250" cy="390525"/>
          </a:xfrm>
          <a:prstGeom xmlns:a="http://schemas.openxmlformats.org/drawingml/2006/main" prst="bentConnector4">
            <a:avLst>
              <a:gd name="adj1" fmla="val 0"/>
              <a:gd name="adj2" fmla="val 50000"/>
            </a:avLst>
          </a:prstGeom>
          <a:ln xmlns:a="http://schemas.openxmlformats.org/drawingml/2006/main" w="17145">
            <a:solidFill>
              <a:srgbClr val="276B83"/>
            </a:solidFill>
            <a:prstDash val="solid"/>
            <a:tailEnd type="triangle" w="sm" len="sm"/>
          </a:ln>
        </p:spPr>
      </p:cxnSp>
      <p:cxnSp>
        <p:nvCxnSpPr>
          <p:cNvPr id="45" name="">
            <a:extLst xmlns:a="http://schemas.openxmlformats.org/drawingml/2006/main">
              <a:ext uri="{FF2B5EF4-FFF2-40B4-BE49-F238E27FC236}">
                <a16:creationId xmlns:a16="http://schemas.microsoft.com/office/drawing/2014/main" id="{784CE4B6-7FDA-4F23-A7DD-3C14DC9EB8B6}"/>
              </a:ext>
            </a:extLst>
          </p:cNvPr>
          <p:cNvCxnSpPr>
            <a:stCxn xmlns:a="http://schemas.openxmlformats.org/drawingml/2006/main" id="14" idx="2"/>
            <a:endCxn xmlns:a="http://schemas.openxmlformats.org/drawingml/2006/main" id="20" idx="0"/>
          </p:cNvCxnSpPr>
          <p:nvPr/>
        </p:nvCxnSpPr>
        <p:spPr>
          <a:xfrm xmlns:a="http://schemas.openxmlformats.org/drawingml/2006/main" flipH="1">
            <a:off x="4048125" y="2371725"/>
            <a:ext cx="1714500" cy="390525"/>
          </a:xfrm>
          <a:prstGeom xmlns:a="http://schemas.openxmlformats.org/drawingml/2006/main" prst="bentConnector4">
            <a:avLst>
              <a:gd name="adj1" fmla="val 0"/>
              <a:gd name="adj2" fmla="val 50000"/>
            </a:avLst>
          </a:prstGeom>
          <a:ln xmlns:a="http://schemas.openxmlformats.org/drawingml/2006/main" w="17145">
            <a:solidFill>
              <a:srgbClr val="276B83"/>
            </a:solidFill>
            <a:prstDash val="solid"/>
            <a:tailEnd type="triangle" w="sm" len="sm"/>
          </a:ln>
        </p:spPr>
      </p:cxnSp>
      <p:cxnSp>
        <p:nvCxnSpPr>
          <p:cNvPr id="44" name="">
            <a:extLst xmlns:a="http://schemas.openxmlformats.org/drawingml/2006/main">
              <a:ext uri="{FF2B5EF4-FFF2-40B4-BE49-F238E27FC236}">
                <a16:creationId xmlns:a16="http://schemas.microsoft.com/office/drawing/2014/main" id="{EF3526A2-1437-46A5-B873-30C359A6D16C}"/>
              </a:ext>
            </a:extLst>
          </p:cNvPr>
          <p:cNvCxnSpPr>
            <a:stCxn xmlns:a="http://schemas.openxmlformats.org/drawingml/2006/main" id="14" idx="3"/>
            <a:endCxn xmlns:a="http://schemas.openxmlformats.org/drawingml/2006/main" id="17" idx="1"/>
          </p:cNvCxnSpPr>
          <p:nvPr/>
        </p:nvCxnSpPr>
        <p:spPr>
          <a:xfrm xmlns:a="http://schemas.openxmlformats.org/drawingml/2006/main">
            <a:off x="8953500" y="1971675"/>
            <a:ext cx="571500" cy="0"/>
          </a:xfrm>
          <a:prstGeom xmlns:a="http://schemas.openxmlformats.org/drawingml/2006/main" prst="straightConnector1">
            <a:avLst/>
          </a:prstGeom>
          <a:ln xmlns:a="http://schemas.openxmlformats.org/drawingml/2006/main" w="17145">
            <a:solidFill>
              <a:srgbClr val="276B83"/>
            </a:solidFill>
            <a:prstDash val="solid"/>
            <a:headEnd type="triangle" w="sm" len="sm"/>
            <a:tailEnd type="triangle" w="sm" len="sm"/>
          </a:ln>
        </p:spPr>
      </p:cxnSp>
      <p:cxnSp>
        <p:nvCxnSpPr>
          <p:cNvPr id="43" name="">
            <a:extLst xmlns:a="http://schemas.openxmlformats.org/drawingml/2006/main">
              <a:ext uri="{FF2B5EF4-FFF2-40B4-BE49-F238E27FC236}">
                <a16:creationId xmlns:a16="http://schemas.microsoft.com/office/drawing/2014/main" id="{969B37D5-2C02-4825-9461-8EAE3B0E2F9E}"/>
              </a:ext>
            </a:extLst>
          </p:cNvPr>
          <p:cNvCxnSpPr>
            <a:stCxn xmlns:a="http://schemas.openxmlformats.org/drawingml/2006/main" id="8" idx="3"/>
            <a:endCxn xmlns:a="http://schemas.openxmlformats.org/drawingml/2006/main" id="14" idx="1"/>
          </p:cNvCxnSpPr>
          <p:nvPr/>
        </p:nvCxnSpPr>
        <p:spPr>
          <a:xfrm xmlns:a="http://schemas.openxmlformats.org/drawingml/2006/main" flipV="1">
            <a:off x="2190750" y="1971675"/>
            <a:ext cx="381000" cy="1733550"/>
          </a:xfrm>
          <a:prstGeom xmlns:a="http://schemas.openxmlformats.org/drawingml/2006/main" prst="bentConnector3">
            <a:avLst>
              <a:gd name="adj1" fmla="val 50000"/>
            </a:avLst>
          </a:prstGeom>
          <a:ln xmlns:a="http://schemas.openxmlformats.org/drawingml/2006/main" w="17145">
            <a:solidFill>
              <a:srgbClr val="276B83"/>
            </a:solidFill>
            <a:prstDash val="solid"/>
            <a:tailEnd type="triangle" w="sm" len="sm"/>
          </a:ln>
        </p:spPr>
      </p:cxnSp>
      <p:sp>
        <p:nvSpPr>
          <p:cNvPr id="55" name="AI hardware engineering">
            <a:extLst xmlns:a="http://schemas.openxmlformats.org/drawingml/2006/main">
              <a:ext uri="{FF2B5EF4-FFF2-40B4-BE49-F238E27FC236}">
                <a16:creationId xmlns:a16="http://schemas.microsoft.com/office/drawing/2014/main" id="{6E1D39FF-5003-42F0-8F3C-E874A72078B7}"/>
              </a:ext>
            </a:extLst>
          </p:cNvPr>
          <p:cNvSpPr>
            <a:spLocks xmlns:a="http://schemas.openxmlformats.org/drawingml/2006/main" noGrp="1"/>
          </p:cNvSpPr>
          <p:nvPr/>
        </p:nvSpPr>
        <p:spPr>
          <a:xfrm xmlns:a="http://schemas.openxmlformats.org/drawingml/2006/main">
            <a:off x="381000" y="247650"/>
            <a:ext cx="9429750" cy="5048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3000" b="1">
                <a:solidFill>
                  <a:srgbClr val="172A32"/>
                </a:solidFill>
                <a:latin typeface="Arial"/>
                <a:ea typeface="Arial"/>
                <a:cs typeface="Arial"/>
              </a:defRPr>
            </a:defPPr>
            <a:lvl1pPr>
              <a:defRPr sz="3000" b="1">
                <a:solidFill>
                  <a:srgbClr val="172A32"/>
                </a:solidFill>
                <a:latin typeface="Arial"/>
                <a:ea typeface="Arial"/>
                <a:cs typeface="Arial"/>
              </a:defRPr>
            </a:lvl1pPr>
            <a:lvl2pPr>
              <a:defRPr sz="3000" b="1">
                <a:solidFill>
                  <a:srgbClr val="172A32"/>
                </a:solidFill>
                <a:latin typeface="Arial"/>
                <a:ea typeface="Arial"/>
                <a:cs typeface="Arial"/>
              </a:defRPr>
            </a:lvl2pPr>
            <a:lvl3pPr>
              <a:defRPr sz="3000" b="1">
                <a:solidFill>
                  <a:srgbClr val="172A32"/>
                </a:solidFill>
                <a:latin typeface="Arial"/>
                <a:ea typeface="Arial"/>
                <a:cs typeface="Arial"/>
              </a:defRPr>
            </a:lvl3pPr>
            <a:lvl4pPr>
              <a:defRPr sz="3000" b="1">
                <a:solidFill>
                  <a:srgbClr val="172A32"/>
                </a:solidFill>
                <a:latin typeface="Arial"/>
                <a:ea typeface="Arial"/>
                <a:cs typeface="Arial"/>
              </a:defRPr>
            </a:lvl4pPr>
            <a:lvl5pPr>
              <a:defRPr sz="3000" b="1">
                <a:solidFill>
                  <a:srgbClr val="172A32"/>
                </a:solidFill>
                <a:latin typeface="Arial"/>
                <a:ea typeface="Arial"/>
                <a:cs typeface="Arial"/>
              </a:defRPr>
            </a:lvl5pPr>
            <a:lvl6pPr>
              <a:defRPr sz="3000" b="1">
                <a:solidFill>
                  <a:srgbClr val="172A32"/>
                </a:solidFill>
                <a:latin typeface="Arial"/>
                <a:ea typeface="Arial"/>
                <a:cs typeface="Arial"/>
              </a:defRPr>
            </a:lvl6pPr>
            <a:lvl7pPr>
              <a:defRPr sz="3000" b="1">
                <a:solidFill>
                  <a:srgbClr val="172A32"/>
                </a:solidFill>
                <a:latin typeface="Arial"/>
                <a:ea typeface="Arial"/>
                <a:cs typeface="Arial"/>
              </a:defRPr>
            </a:lvl7pPr>
            <a:lvl8pPr>
              <a:defRPr sz="3000" b="1">
                <a:solidFill>
                  <a:srgbClr val="172A32"/>
                </a:solidFill>
                <a:latin typeface="Arial"/>
                <a:ea typeface="Arial"/>
                <a:cs typeface="Arial"/>
              </a:defRPr>
            </a:lvl8pPr>
            <a:lvl9pPr>
              <a:defRPr sz="3000" b="1">
                <a:solidFill>
                  <a:srgbClr val="172A32"/>
                </a:solidFill>
                <a:latin typeface="Arial"/>
                <a:ea typeface="Arial"/>
                <a:cs typeface="Arial"/>
              </a:defRPr>
            </a:lvl9pPr>
          </a:lstStyle>
          <a:p xmlns:a="http://schemas.openxmlformats.org/drawingml/2006/main">
            <a:pPr>
              <a:defRPr sz="3000" b="1">
                <a:solidFill>
                  <a:srgbClr val="172A32"/>
                </a:solidFill>
                <a:latin typeface="Arial"/>
                <a:ea typeface="Arial"/>
                <a:cs typeface="Arial"/>
              </a:defRPr>
            </a:pPr>
            <a:r>
              <a:rPr sz="3000" b="1">
                <a:solidFill>
                  <a:srgbClr val="172A32"/>
                </a:solidFill>
                <a:latin typeface="Arial"/>
                <a:ea typeface="Arial"/>
                <a:cs typeface="Arial"/>
              </a:rPr>
              <a:t>AI hardware engineering</a:t>
            </a:r>
          </a:p>
        </p:txBody>
      </p:sp>
      <p:pic>
        <p:nvPicPr>
          <p:cNvPr id="2" name="">
            <a:extLst xmlns:a="http://schemas.openxmlformats.org/drawingml/2006/main">
              <a:ext uri="{FF2B5EF4-FFF2-40B4-BE49-F238E27FC236}">
                <a16:creationId xmlns:a16="http://schemas.microsoft.com/office/drawing/2014/main" id="{4AE25546-CBD5-4FDB-91C4-E3AC098D9940}"/>
              </a:ext>
            </a:extLst>
          </p:cNvPr>
          <p:cNvPicPr>
            <a:picLocks xmlns:a="http://schemas.openxmlformats.org/drawingml/2006/main" noChangeAspect="1"/>
          </p:cNvPicPr>
          <p:nvPr/>
        </p:nvPicPr>
        <p:blipFill>
          <a:blip xmlns:r="http://schemas.openxmlformats.org/officeDocument/2006/relationships" xmlns:a="http://schemas.openxmlformats.org/drawingml/2006/main" r:embed="R6737d1d182a74742"/>
          <a:stretch xmlns:a="http://schemas.openxmlformats.org/drawingml/2006/main"/>
        </p:blipFill>
        <p:spPr>
          <a:xfrm xmlns:a="http://schemas.openxmlformats.org/drawingml/2006/main">
            <a:off x="10382250" y="285750"/>
            <a:ext cx="438150" cy="438150"/>
          </a:xfrm>
          <a:prstGeom xmlns:a="http://schemas.openxmlformats.org/drawingml/2006/main" prst="rect">
            <a:avLst/>
          </a:prstGeom>
        </p:spPr>
      </p:pic>
      <p:sp>
        <p:nvSpPr>
          <p:cNvPr id="3" name="Wright">
            <a:extLst xmlns:a="http://schemas.openxmlformats.org/drawingml/2006/main">
              <a:ext uri="{FF2B5EF4-FFF2-40B4-BE49-F238E27FC236}">
                <a16:creationId xmlns:a16="http://schemas.microsoft.com/office/drawing/2014/main" id="{36927B2C-DA58-42DA-A496-0E821F80A8B3}"/>
              </a:ext>
            </a:extLst>
          </p:cNvPr>
          <p:cNvSpPr>
            <a:spLocks xmlns:a="http://schemas.openxmlformats.org/drawingml/2006/main" noGrp="1"/>
          </p:cNvSpPr>
          <p:nvPr/>
        </p:nvSpPr>
        <p:spPr>
          <a:xfrm xmlns:a="http://schemas.openxmlformats.org/drawingml/2006/main">
            <a:off x="10906125" y="342900"/>
            <a:ext cx="1047750" cy="3810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950" b="1">
                <a:solidFill>
                  <a:srgbClr val="172A32"/>
                </a:solidFill>
                <a:latin typeface="Arial"/>
                <a:ea typeface="Arial"/>
                <a:cs typeface="Arial"/>
              </a:defRPr>
            </a:defPPr>
            <a:lvl1pPr>
              <a:defRPr sz="1950" b="1">
                <a:solidFill>
                  <a:srgbClr val="172A32"/>
                </a:solidFill>
                <a:latin typeface="Arial"/>
                <a:ea typeface="Arial"/>
                <a:cs typeface="Arial"/>
              </a:defRPr>
            </a:lvl1pPr>
            <a:lvl2pPr>
              <a:defRPr sz="1950" b="1">
                <a:solidFill>
                  <a:srgbClr val="172A32"/>
                </a:solidFill>
                <a:latin typeface="Arial"/>
                <a:ea typeface="Arial"/>
                <a:cs typeface="Arial"/>
              </a:defRPr>
            </a:lvl2pPr>
            <a:lvl3pPr>
              <a:defRPr sz="1950" b="1">
                <a:solidFill>
                  <a:srgbClr val="172A32"/>
                </a:solidFill>
                <a:latin typeface="Arial"/>
                <a:ea typeface="Arial"/>
                <a:cs typeface="Arial"/>
              </a:defRPr>
            </a:lvl3pPr>
            <a:lvl4pPr>
              <a:defRPr sz="1950" b="1">
                <a:solidFill>
                  <a:srgbClr val="172A32"/>
                </a:solidFill>
                <a:latin typeface="Arial"/>
                <a:ea typeface="Arial"/>
                <a:cs typeface="Arial"/>
              </a:defRPr>
            </a:lvl4pPr>
            <a:lvl5pPr>
              <a:defRPr sz="1950" b="1">
                <a:solidFill>
                  <a:srgbClr val="172A32"/>
                </a:solidFill>
                <a:latin typeface="Arial"/>
                <a:ea typeface="Arial"/>
                <a:cs typeface="Arial"/>
              </a:defRPr>
            </a:lvl5pPr>
            <a:lvl6pPr>
              <a:defRPr sz="1950" b="1">
                <a:solidFill>
                  <a:srgbClr val="172A32"/>
                </a:solidFill>
                <a:latin typeface="Arial"/>
                <a:ea typeface="Arial"/>
                <a:cs typeface="Arial"/>
              </a:defRPr>
            </a:lvl6pPr>
            <a:lvl7pPr>
              <a:defRPr sz="1950" b="1">
                <a:solidFill>
                  <a:srgbClr val="172A32"/>
                </a:solidFill>
                <a:latin typeface="Arial"/>
                <a:ea typeface="Arial"/>
                <a:cs typeface="Arial"/>
              </a:defRPr>
            </a:lvl7pPr>
            <a:lvl8pPr>
              <a:defRPr sz="1950" b="1">
                <a:solidFill>
                  <a:srgbClr val="172A32"/>
                </a:solidFill>
                <a:latin typeface="Arial"/>
                <a:ea typeface="Arial"/>
                <a:cs typeface="Arial"/>
              </a:defRPr>
            </a:lvl8pPr>
            <a:lvl9pPr>
              <a:defRPr sz="1950" b="1">
                <a:solidFill>
                  <a:srgbClr val="172A32"/>
                </a:solidFill>
                <a:latin typeface="Arial"/>
                <a:ea typeface="Arial"/>
                <a:cs typeface="Arial"/>
              </a:defRPr>
            </a:lvl9pPr>
          </a:lstStyle>
          <a:p xmlns:a="http://schemas.openxmlformats.org/drawingml/2006/main">
            <a:pPr>
              <a:defRPr sz="1950" b="1">
                <a:solidFill>
                  <a:srgbClr val="172A32"/>
                </a:solidFill>
                <a:latin typeface="Arial"/>
                <a:ea typeface="Arial"/>
                <a:cs typeface="Arial"/>
              </a:defRPr>
            </a:pPr>
            <a:r>
              <a:rPr sz="1950" b="1">
                <a:solidFill>
                  <a:srgbClr val="172A32"/>
                </a:solidFill>
                <a:latin typeface="Arial"/>
                <a:ea typeface="Arial"/>
                <a:cs typeface="Arial"/>
              </a:rPr>
              <a:t>Wright</a:t>
            </a:r>
          </a:p>
        </p:txBody>
      </p:sp>
      <p:sp>
        <p:nvSpPr>
          <p:cNvPr id="4" name="ENGINEER">
            <a:extLst xmlns:a="http://schemas.openxmlformats.org/drawingml/2006/main">
              <a:ext uri="{FF2B5EF4-FFF2-40B4-BE49-F238E27FC236}">
                <a16:creationId xmlns:a16="http://schemas.microsoft.com/office/drawing/2014/main" id="{53064953-2718-447C-BBA2-6974484B7A1A}"/>
              </a:ext>
            </a:extLst>
          </p:cNvPr>
          <p:cNvSpPr>
            <a:spLocks xmlns:a="http://schemas.openxmlformats.org/drawingml/2006/main" noGrp="1"/>
          </p:cNvSpPr>
          <p:nvPr/>
        </p:nvSpPr>
        <p:spPr>
          <a:xfrm xmlns:a="http://schemas.openxmlformats.org/drawingml/2006/main">
            <a:off x="381000" y="1009650"/>
            <a:ext cx="1809750" cy="2286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125" b="1">
                <a:solidFill>
                  <a:srgbClr val="566B75"/>
                </a:solidFill>
                <a:latin typeface="Arial"/>
                <a:ea typeface="Arial"/>
                <a:cs typeface="Arial"/>
              </a:defRPr>
            </a:defPPr>
            <a:lvl1pPr>
              <a:defRPr sz="1125" b="1">
                <a:solidFill>
                  <a:srgbClr val="566B75"/>
                </a:solidFill>
                <a:latin typeface="Arial"/>
                <a:ea typeface="Arial"/>
                <a:cs typeface="Arial"/>
              </a:defRPr>
            </a:lvl1pPr>
            <a:lvl2pPr>
              <a:defRPr sz="1125" b="1">
                <a:solidFill>
                  <a:srgbClr val="566B75"/>
                </a:solidFill>
                <a:latin typeface="Arial"/>
                <a:ea typeface="Arial"/>
                <a:cs typeface="Arial"/>
              </a:defRPr>
            </a:lvl2pPr>
            <a:lvl3pPr>
              <a:defRPr sz="1125" b="1">
                <a:solidFill>
                  <a:srgbClr val="566B75"/>
                </a:solidFill>
                <a:latin typeface="Arial"/>
                <a:ea typeface="Arial"/>
                <a:cs typeface="Arial"/>
              </a:defRPr>
            </a:lvl3pPr>
            <a:lvl4pPr>
              <a:defRPr sz="1125" b="1">
                <a:solidFill>
                  <a:srgbClr val="566B75"/>
                </a:solidFill>
                <a:latin typeface="Arial"/>
                <a:ea typeface="Arial"/>
                <a:cs typeface="Arial"/>
              </a:defRPr>
            </a:lvl4pPr>
            <a:lvl5pPr>
              <a:defRPr sz="1125" b="1">
                <a:solidFill>
                  <a:srgbClr val="566B75"/>
                </a:solidFill>
                <a:latin typeface="Arial"/>
                <a:ea typeface="Arial"/>
                <a:cs typeface="Arial"/>
              </a:defRPr>
            </a:lvl5pPr>
            <a:lvl6pPr>
              <a:defRPr sz="1125" b="1">
                <a:solidFill>
                  <a:srgbClr val="566B75"/>
                </a:solidFill>
                <a:latin typeface="Arial"/>
                <a:ea typeface="Arial"/>
                <a:cs typeface="Arial"/>
              </a:defRPr>
            </a:lvl6pPr>
            <a:lvl7pPr>
              <a:defRPr sz="1125" b="1">
                <a:solidFill>
                  <a:srgbClr val="566B75"/>
                </a:solidFill>
                <a:latin typeface="Arial"/>
                <a:ea typeface="Arial"/>
                <a:cs typeface="Arial"/>
              </a:defRPr>
            </a:lvl7pPr>
            <a:lvl8pPr>
              <a:defRPr sz="1125" b="1">
                <a:solidFill>
                  <a:srgbClr val="566B75"/>
                </a:solidFill>
                <a:latin typeface="Arial"/>
                <a:ea typeface="Arial"/>
                <a:cs typeface="Arial"/>
              </a:defRPr>
            </a:lvl8pPr>
            <a:lvl9pPr>
              <a:defRPr sz="1125" b="1">
                <a:solidFill>
                  <a:srgbClr val="566B75"/>
                </a:solidFill>
                <a:latin typeface="Arial"/>
                <a:ea typeface="Arial"/>
                <a:cs typeface="Arial"/>
              </a:defRPr>
            </a:lvl9pPr>
          </a:lstStyle>
          <a:p xmlns:a="http://schemas.openxmlformats.org/drawingml/2006/main">
            <a:pPr>
              <a:defRPr sz="1125" b="1">
                <a:solidFill>
                  <a:srgbClr val="566B75"/>
                </a:solidFill>
                <a:latin typeface="Arial"/>
                <a:ea typeface="Arial"/>
                <a:cs typeface="Arial"/>
              </a:defRPr>
            </a:pPr>
            <a:r>
              <a:rPr sz="1125" b="1">
                <a:solidFill>
                  <a:srgbClr val="566B75"/>
                </a:solidFill>
                <a:latin typeface="Arial"/>
                <a:ea typeface="Arial"/>
                <a:cs typeface="Arial"/>
              </a:rPr>
              <a:t>ENGINEER</a:t>
            </a:r>
          </a:p>
        </p:txBody>
      </p:sp>
      <p:sp>
        <p:nvSpPr>
          <p:cNvPr id="5" name="LOCAL ENGINEERING WORKSPACE">
            <a:extLst xmlns:a="http://schemas.openxmlformats.org/drawingml/2006/main">
              <a:ext uri="{FF2B5EF4-FFF2-40B4-BE49-F238E27FC236}">
                <a16:creationId xmlns:a16="http://schemas.microsoft.com/office/drawing/2014/main" id="{84692E80-9265-4822-B0A9-6753E93B9A43}"/>
              </a:ext>
            </a:extLst>
          </p:cNvPr>
          <p:cNvSpPr>
            <a:spLocks xmlns:a="http://schemas.openxmlformats.org/drawingml/2006/main" noGrp="1"/>
          </p:cNvSpPr>
          <p:nvPr/>
        </p:nvSpPr>
        <p:spPr>
          <a:xfrm xmlns:a="http://schemas.openxmlformats.org/drawingml/2006/main">
            <a:off x="2571750" y="1009650"/>
            <a:ext cx="6381750" cy="2286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125" b="1">
                <a:solidFill>
                  <a:srgbClr val="566B75"/>
                </a:solidFill>
                <a:latin typeface="Arial"/>
                <a:ea typeface="Arial"/>
                <a:cs typeface="Arial"/>
              </a:defRPr>
            </a:defPPr>
            <a:lvl1pPr>
              <a:defRPr sz="1125" b="1">
                <a:solidFill>
                  <a:srgbClr val="566B75"/>
                </a:solidFill>
                <a:latin typeface="Arial"/>
                <a:ea typeface="Arial"/>
                <a:cs typeface="Arial"/>
              </a:defRPr>
            </a:lvl1pPr>
            <a:lvl2pPr>
              <a:defRPr sz="1125" b="1">
                <a:solidFill>
                  <a:srgbClr val="566B75"/>
                </a:solidFill>
                <a:latin typeface="Arial"/>
                <a:ea typeface="Arial"/>
                <a:cs typeface="Arial"/>
              </a:defRPr>
            </a:lvl2pPr>
            <a:lvl3pPr>
              <a:defRPr sz="1125" b="1">
                <a:solidFill>
                  <a:srgbClr val="566B75"/>
                </a:solidFill>
                <a:latin typeface="Arial"/>
                <a:ea typeface="Arial"/>
                <a:cs typeface="Arial"/>
              </a:defRPr>
            </a:lvl3pPr>
            <a:lvl4pPr>
              <a:defRPr sz="1125" b="1">
                <a:solidFill>
                  <a:srgbClr val="566B75"/>
                </a:solidFill>
                <a:latin typeface="Arial"/>
                <a:ea typeface="Arial"/>
                <a:cs typeface="Arial"/>
              </a:defRPr>
            </a:lvl4pPr>
            <a:lvl5pPr>
              <a:defRPr sz="1125" b="1">
                <a:solidFill>
                  <a:srgbClr val="566B75"/>
                </a:solidFill>
                <a:latin typeface="Arial"/>
                <a:ea typeface="Arial"/>
                <a:cs typeface="Arial"/>
              </a:defRPr>
            </a:lvl5pPr>
            <a:lvl6pPr>
              <a:defRPr sz="1125" b="1">
                <a:solidFill>
                  <a:srgbClr val="566B75"/>
                </a:solidFill>
                <a:latin typeface="Arial"/>
                <a:ea typeface="Arial"/>
                <a:cs typeface="Arial"/>
              </a:defRPr>
            </a:lvl6pPr>
            <a:lvl7pPr>
              <a:defRPr sz="1125" b="1">
                <a:solidFill>
                  <a:srgbClr val="566B75"/>
                </a:solidFill>
                <a:latin typeface="Arial"/>
                <a:ea typeface="Arial"/>
                <a:cs typeface="Arial"/>
              </a:defRPr>
            </a:lvl7pPr>
            <a:lvl8pPr>
              <a:defRPr sz="1125" b="1">
                <a:solidFill>
                  <a:srgbClr val="566B75"/>
                </a:solidFill>
                <a:latin typeface="Arial"/>
                <a:ea typeface="Arial"/>
                <a:cs typeface="Arial"/>
              </a:defRPr>
            </a:lvl8pPr>
            <a:lvl9pPr>
              <a:defRPr sz="1125" b="1">
                <a:solidFill>
                  <a:srgbClr val="566B75"/>
                </a:solidFill>
                <a:latin typeface="Arial"/>
                <a:ea typeface="Arial"/>
                <a:cs typeface="Arial"/>
              </a:defRPr>
            </a:lvl9pPr>
          </a:lstStyle>
          <a:p xmlns:a="http://schemas.openxmlformats.org/drawingml/2006/main">
            <a:pPr>
              <a:defRPr sz="1125" b="1">
                <a:solidFill>
                  <a:srgbClr val="566B75"/>
                </a:solidFill>
                <a:latin typeface="Arial"/>
                <a:ea typeface="Arial"/>
                <a:cs typeface="Arial"/>
              </a:defRPr>
            </a:pPr>
            <a:r>
              <a:rPr sz="1125" b="1">
                <a:solidFill>
                  <a:srgbClr val="566B75"/>
                </a:solidFill>
                <a:latin typeface="Arial"/>
                <a:ea typeface="Arial"/>
                <a:cs typeface="Arial"/>
              </a:rPr>
              <a:t>LOCAL ENGINEERING WORKSPACE</a:t>
            </a:r>
          </a:p>
        </p:txBody>
      </p:sp>
      <p:sp>
        <p:nvSpPr>
          <p:cNvPr id="6" name="CLOUD SERVICES">
            <a:extLst xmlns:a="http://schemas.openxmlformats.org/drawingml/2006/main">
              <a:ext uri="{FF2B5EF4-FFF2-40B4-BE49-F238E27FC236}">
                <a16:creationId xmlns:a16="http://schemas.microsoft.com/office/drawing/2014/main" id="{A36E07A9-65FA-47FB-909F-9D0689D56F7D}"/>
              </a:ext>
            </a:extLst>
          </p:cNvPr>
          <p:cNvSpPr>
            <a:spLocks xmlns:a="http://schemas.openxmlformats.org/drawingml/2006/main" noGrp="1"/>
          </p:cNvSpPr>
          <p:nvPr/>
        </p:nvSpPr>
        <p:spPr>
          <a:xfrm xmlns:a="http://schemas.openxmlformats.org/drawingml/2006/main">
            <a:off x="9525000" y="1009650"/>
            <a:ext cx="2286000" cy="2286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125" b="1">
                <a:solidFill>
                  <a:srgbClr val="566B75"/>
                </a:solidFill>
                <a:latin typeface="Arial"/>
                <a:ea typeface="Arial"/>
                <a:cs typeface="Arial"/>
              </a:defRPr>
            </a:defPPr>
            <a:lvl1pPr>
              <a:defRPr sz="1125" b="1">
                <a:solidFill>
                  <a:srgbClr val="566B75"/>
                </a:solidFill>
                <a:latin typeface="Arial"/>
                <a:ea typeface="Arial"/>
                <a:cs typeface="Arial"/>
              </a:defRPr>
            </a:lvl1pPr>
            <a:lvl2pPr>
              <a:defRPr sz="1125" b="1">
                <a:solidFill>
                  <a:srgbClr val="566B75"/>
                </a:solidFill>
                <a:latin typeface="Arial"/>
                <a:ea typeface="Arial"/>
                <a:cs typeface="Arial"/>
              </a:defRPr>
            </a:lvl2pPr>
            <a:lvl3pPr>
              <a:defRPr sz="1125" b="1">
                <a:solidFill>
                  <a:srgbClr val="566B75"/>
                </a:solidFill>
                <a:latin typeface="Arial"/>
                <a:ea typeface="Arial"/>
                <a:cs typeface="Arial"/>
              </a:defRPr>
            </a:lvl3pPr>
            <a:lvl4pPr>
              <a:defRPr sz="1125" b="1">
                <a:solidFill>
                  <a:srgbClr val="566B75"/>
                </a:solidFill>
                <a:latin typeface="Arial"/>
                <a:ea typeface="Arial"/>
                <a:cs typeface="Arial"/>
              </a:defRPr>
            </a:lvl4pPr>
            <a:lvl5pPr>
              <a:defRPr sz="1125" b="1">
                <a:solidFill>
                  <a:srgbClr val="566B75"/>
                </a:solidFill>
                <a:latin typeface="Arial"/>
                <a:ea typeface="Arial"/>
                <a:cs typeface="Arial"/>
              </a:defRPr>
            </a:lvl5pPr>
            <a:lvl6pPr>
              <a:defRPr sz="1125" b="1">
                <a:solidFill>
                  <a:srgbClr val="566B75"/>
                </a:solidFill>
                <a:latin typeface="Arial"/>
                <a:ea typeface="Arial"/>
                <a:cs typeface="Arial"/>
              </a:defRPr>
            </a:lvl6pPr>
            <a:lvl7pPr>
              <a:defRPr sz="1125" b="1">
                <a:solidFill>
                  <a:srgbClr val="566B75"/>
                </a:solidFill>
                <a:latin typeface="Arial"/>
                <a:ea typeface="Arial"/>
                <a:cs typeface="Arial"/>
              </a:defRPr>
            </a:lvl7pPr>
            <a:lvl8pPr>
              <a:defRPr sz="1125" b="1">
                <a:solidFill>
                  <a:srgbClr val="566B75"/>
                </a:solidFill>
                <a:latin typeface="Arial"/>
                <a:ea typeface="Arial"/>
                <a:cs typeface="Arial"/>
              </a:defRPr>
            </a:lvl8pPr>
            <a:lvl9pPr>
              <a:defRPr sz="1125" b="1">
                <a:solidFill>
                  <a:srgbClr val="566B75"/>
                </a:solidFill>
                <a:latin typeface="Arial"/>
                <a:ea typeface="Arial"/>
                <a:cs typeface="Arial"/>
              </a:defRPr>
            </a:lvl9pPr>
          </a:lstStyle>
          <a:p xmlns:a="http://schemas.openxmlformats.org/drawingml/2006/main">
            <a:pPr>
              <a:defRPr sz="1125" b="1">
                <a:solidFill>
                  <a:srgbClr val="566B75"/>
                </a:solidFill>
                <a:latin typeface="Arial"/>
                <a:ea typeface="Arial"/>
                <a:cs typeface="Arial"/>
              </a:defRPr>
            </a:pPr>
            <a:r>
              <a:rPr sz="1125" b="1">
                <a:solidFill>
                  <a:srgbClr val="566B75"/>
                </a:solidFill>
                <a:latin typeface="Arial"/>
                <a:ea typeface="Arial"/>
                <a:cs typeface="Arial"/>
              </a:rPr>
              <a:t>CLOUD SERVICES</a:t>
            </a:r>
          </a:p>
        </p:txBody>
      </p:sp>
      <p:sp>
        <p:nvSpPr>
          <p:cNvPr id="7" name="header rule">
            <a:extLst xmlns:a="http://schemas.openxmlformats.org/drawingml/2006/main">
              <a:ext uri="{FF2B5EF4-FFF2-40B4-BE49-F238E27FC236}">
                <a16:creationId xmlns:a16="http://schemas.microsoft.com/office/drawing/2014/main" id="{4358F55D-FE88-4E0E-8848-25327B0339CC}"/>
              </a:ext>
            </a:extLst>
          </p:cNvPr>
          <p:cNvSpPr>
            <a:spLocks xmlns:a="http://schemas.openxmlformats.org/drawingml/2006/main" noGrp="1"/>
          </p:cNvSpPr>
          <p:nvPr/>
        </p:nvSpPr>
        <p:spPr>
          <a:xfrm xmlns:a="http://schemas.openxmlformats.org/drawingml/2006/main">
            <a:off x="381000" y="1304925"/>
            <a:ext cx="11430000" cy="9525"/>
          </a:xfrm>
          <a:prstGeom xmlns:a="http://schemas.openxmlformats.org/drawingml/2006/main" prst="rect">
            <a:avLst/>
          </a:prstGeom>
          <a:solidFill xmlns:a="http://schemas.openxmlformats.org/drawingml/2006/main">
            <a:srgbClr val="B8C7CD"/>
          </a:solidFill>
          <a:ln xmlns:a="http://schemas.openxmlformats.org/drawingml/2006/main" w="9525">
            <a:noFill/>
            <a:prstDash val="solid"/>
          </a:ln>
        </p:spPr>
      </p:sp>
      <p:sp>
        <p:nvSpPr>
          <p:cNvPr id="8" name="Engineer">
            <a:extLst xmlns:a="http://schemas.openxmlformats.org/drawingml/2006/main">
              <a:ext uri="{FF2B5EF4-FFF2-40B4-BE49-F238E27FC236}">
                <a16:creationId xmlns:a16="http://schemas.microsoft.com/office/drawing/2014/main" id="{080CBC49-6187-4A70-8BA4-1736DD3F5880}"/>
              </a:ext>
            </a:extLst>
          </p:cNvPr>
          <p:cNvSpPr>
            <a:spLocks xmlns:a="http://schemas.openxmlformats.org/drawingml/2006/main" noGrp="1"/>
          </p:cNvSpPr>
          <p:nvPr/>
        </p:nvSpPr>
        <p:spPr>
          <a:xfrm xmlns:a="http://schemas.openxmlformats.org/drawingml/2006/main">
            <a:off x="381000" y="1571625"/>
            <a:ext cx="1809750" cy="4267200"/>
          </a:xfrm>
          <a:prstGeom xmlns:a="http://schemas.openxmlformats.org/drawingml/2006/main" prst="rect">
            <a:avLst/>
          </a:prstGeom>
          <a:solidFill xmlns:a="http://schemas.openxmlformats.org/drawingml/2006/main">
            <a:srgbClr val="F7F4EF"/>
          </a:solidFill>
          <a:ln xmlns:a="http://schemas.openxmlformats.org/drawingml/2006/main" w="9525">
            <a:solidFill>
              <a:srgbClr val="B8C7CD"/>
            </a:solidFill>
            <a:prstDash val="solid"/>
          </a:ln>
        </p:spPr>
      </p:sp>
      <p:sp>
        <p:nvSpPr>
          <p:cNvPr id="9" name="Engineer">
            <a:extLst xmlns:a="http://schemas.openxmlformats.org/drawingml/2006/main">
              <a:ext uri="{FF2B5EF4-FFF2-40B4-BE49-F238E27FC236}">
                <a16:creationId xmlns:a16="http://schemas.microsoft.com/office/drawing/2014/main" id="{74C80779-26B2-4281-99D5-58ABAA4AA233}"/>
              </a:ext>
            </a:extLst>
          </p:cNvPr>
          <p:cNvSpPr>
            <a:spLocks xmlns:a="http://schemas.openxmlformats.org/drawingml/2006/main" noGrp="1"/>
          </p:cNvSpPr>
          <p:nvPr/>
        </p:nvSpPr>
        <p:spPr>
          <a:xfrm xmlns:a="http://schemas.openxmlformats.org/drawingml/2006/main">
            <a:off x="552450" y="1714500"/>
            <a:ext cx="14668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725" b="1">
                <a:solidFill>
                  <a:srgbClr val="172A32"/>
                </a:solidFill>
                <a:latin typeface="Arial"/>
                <a:ea typeface="Arial"/>
                <a:cs typeface="Arial"/>
              </a:defRPr>
            </a:defPPr>
            <a:lvl1pPr>
              <a:defRPr sz="1725" b="1">
                <a:solidFill>
                  <a:srgbClr val="172A32"/>
                </a:solidFill>
                <a:latin typeface="Arial"/>
                <a:ea typeface="Arial"/>
                <a:cs typeface="Arial"/>
              </a:defRPr>
            </a:lvl1pPr>
            <a:lvl2pPr>
              <a:defRPr sz="1725" b="1">
                <a:solidFill>
                  <a:srgbClr val="172A32"/>
                </a:solidFill>
                <a:latin typeface="Arial"/>
                <a:ea typeface="Arial"/>
                <a:cs typeface="Arial"/>
              </a:defRPr>
            </a:lvl2pPr>
            <a:lvl3pPr>
              <a:defRPr sz="1725" b="1">
                <a:solidFill>
                  <a:srgbClr val="172A32"/>
                </a:solidFill>
                <a:latin typeface="Arial"/>
                <a:ea typeface="Arial"/>
                <a:cs typeface="Arial"/>
              </a:defRPr>
            </a:lvl3pPr>
            <a:lvl4pPr>
              <a:defRPr sz="1725" b="1">
                <a:solidFill>
                  <a:srgbClr val="172A32"/>
                </a:solidFill>
                <a:latin typeface="Arial"/>
                <a:ea typeface="Arial"/>
                <a:cs typeface="Arial"/>
              </a:defRPr>
            </a:lvl4pPr>
            <a:lvl5pPr>
              <a:defRPr sz="1725" b="1">
                <a:solidFill>
                  <a:srgbClr val="172A32"/>
                </a:solidFill>
                <a:latin typeface="Arial"/>
                <a:ea typeface="Arial"/>
                <a:cs typeface="Arial"/>
              </a:defRPr>
            </a:lvl5pPr>
            <a:lvl6pPr>
              <a:defRPr sz="1725" b="1">
                <a:solidFill>
                  <a:srgbClr val="172A32"/>
                </a:solidFill>
                <a:latin typeface="Arial"/>
                <a:ea typeface="Arial"/>
                <a:cs typeface="Arial"/>
              </a:defRPr>
            </a:lvl6pPr>
            <a:lvl7pPr>
              <a:defRPr sz="1725" b="1">
                <a:solidFill>
                  <a:srgbClr val="172A32"/>
                </a:solidFill>
                <a:latin typeface="Arial"/>
                <a:ea typeface="Arial"/>
                <a:cs typeface="Arial"/>
              </a:defRPr>
            </a:lvl7pPr>
            <a:lvl8pPr>
              <a:defRPr sz="1725" b="1">
                <a:solidFill>
                  <a:srgbClr val="172A32"/>
                </a:solidFill>
                <a:latin typeface="Arial"/>
                <a:ea typeface="Arial"/>
                <a:cs typeface="Arial"/>
              </a:defRPr>
            </a:lvl8pPr>
            <a:lvl9pPr>
              <a:defRPr sz="1725" b="1">
                <a:solidFill>
                  <a:srgbClr val="172A32"/>
                </a:solidFill>
                <a:latin typeface="Arial"/>
                <a:ea typeface="Arial"/>
                <a:cs typeface="Arial"/>
              </a:defRPr>
            </a:lvl9pPr>
          </a:lstStyle>
          <a:p xmlns:a="http://schemas.openxmlformats.org/drawingml/2006/main">
            <a:pPr>
              <a:defRPr sz="1725" b="1">
                <a:solidFill>
                  <a:srgbClr val="172A32"/>
                </a:solidFill>
                <a:latin typeface="Arial"/>
                <a:ea typeface="Arial"/>
                <a:cs typeface="Arial"/>
              </a:defRPr>
            </a:pPr>
            <a:r>
              <a:rPr sz="1725" b="1">
                <a:solidFill>
                  <a:srgbClr val="172A32"/>
                </a:solidFill>
                <a:latin typeface="Arial"/>
                <a:ea typeface="Arial"/>
                <a:cs typeface="Arial"/>
              </a:rPr>
              <a:t>Engineer</a:t>
            </a:r>
          </a:p>
        </p:txBody>
      </p:sp>
      <p:sp>
        <p:nvSpPr>
          <p:cNvPr id="10" name="Provides requirements&#10;and refe">
            <a:extLst xmlns:a="http://schemas.openxmlformats.org/drawingml/2006/main">
              <a:ext uri="{FF2B5EF4-FFF2-40B4-BE49-F238E27FC236}">
                <a16:creationId xmlns:a16="http://schemas.microsoft.com/office/drawing/2014/main" id="{A3EE0194-4B79-4738-9DC2-4CE564D3AE73}"/>
              </a:ext>
            </a:extLst>
          </p:cNvPr>
          <p:cNvSpPr>
            <a:spLocks xmlns:a="http://schemas.openxmlformats.org/drawingml/2006/main" noGrp="1"/>
          </p:cNvSpPr>
          <p:nvPr/>
        </p:nvSpPr>
        <p:spPr>
          <a:xfrm xmlns:a="http://schemas.openxmlformats.org/drawingml/2006/main">
            <a:off x="552450" y="2124075"/>
            <a:ext cx="1466850" cy="8572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350" b="0">
                <a:solidFill>
                  <a:srgbClr val="172A32"/>
                </a:solidFill>
                <a:latin typeface="Arial"/>
                <a:ea typeface="Arial"/>
                <a:cs typeface="Arial"/>
              </a:defRPr>
            </a:defPPr>
            <a:lvl1pPr>
              <a:defRPr sz="1350" b="0">
                <a:solidFill>
                  <a:srgbClr val="172A32"/>
                </a:solidFill>
                <a:latin typeface="Arial"/>
                <a:ea typeface="Arial"/>
                <a:cs typeface="Arial"/>
              </a:defRPr>
            </a:lvl1pPr>
            <a:lvl2pPr>
              <a:defRPr sz="1350" b="0">
                <a:solidFill>
                  <a:srgbClr val="172A32"/>
                </a:solidFill>
                <a:latin typeface="Arial"/>
                <a:ea typeface="Arial"/>
                <a:cs typeface="Arial"/>
              </a:defRPr>
            </a:lvl2pPr>
            <a:lvl3pPr>
              <a:defRPr sz="1350" b="0">
                <a:solidFill>
                  <a:srgbClr val="172A32"/>
                </a:solidFill>
                <a:latin typeface="Arial"/>
                <a:ea typeface="Arial"/>
                <a:cs typeface="Arial"/>
              </a:defRPr>
            </a:lvl3pPr>
            <a:lvl4pPr>
              <a:defRPr sz="1350" b="0">
                <a:solidFill>
                  <a:srgbClr val="172A32"/>
                </a:solidFill>
                <a:latin typeface="Arial"/>
                <a:ea typeface="Arial"/>
                <a:cs typeface="Arial"/>
              </a:defRPr>
            </a:lvl4pPr>
            <a:lvl5pPr>
              <a:defRPr sz="1350" b="0">
                <a:solidFill>
                  <a:srgbClr val="172A32"/>
                </a:solidFill>
                <a:latin typeface="Arial"/>
                <a:ea typeface="Arial"/>
                <a:cs typeface="Arial"/>
              </a:defRPr>
            </a:lvl5pPr>
            <a:lvl6pPr>
              <a:defRPr sz="1350" b="0">
                <a:solidFill>
                  <a:srgbClr val="172A32"/>
                </a:solidFill>
                <a:latin typeface="Arial"/>
                <a:ea typeface="Arial"/>
                <a:cs typeface="Arial"/>
              </a:defRPr>
            </a:lvl6pPr>
            <a:lvl7pPr>
              <a:defRPr sz="1350" b="0">
                <a:solidFill>
                  <a:srgbClr val="172A32"/>
                </a:solidFill>
                <a:latin typeface="Arial"/>
                <a:ea typeface="Arial"/>
                <a:cs typeface="Arial"/>
              </a:defRPr>
            </a:lvl7pPr>
            <a:lvl8pPr>
              <a:defRPr sz="1350" b="0">
                <a:solidFill>
                  <a:srgbClr val="172A32"/>
                </a:solidFill>
                <a:latin typeface="Arial"/>
                <a:ea typeface="Arial"/>
                <a:cs typeface="Arial"/>
              </a:defRPr>
            </a:lvl8pPr>
            <a:lvl9pPr>
              <a:defRPr sz="1350" b="0">
                <a:solidFill>
                  <a:srgbClr val="172A32"/>
                </a:solidFill>
                <a:latin typeface="Arial"/>
                <a:ea typeface="Arial"/>
                <a:cs typeface="Arial"/>
              </a:defRPr>
            </a:lvl9pPr>
          </a:lstStyle>
          <a:p xmlns:a="http://schemas.openxmlformats.org/drawingml/2006/main">
            <a:pPr>
              <a:defRPr sz="1350" b="0">
                <a:solidFill>
                  <a:srgbClr val="172A32"/>
                </a:solidFill>
                <a:latin typeface="Arial"/>
                <a:ea typeface="Arial"/>
                <a:cs typeface="Arial"/>
              </a:defRPr>
            </a:pPr>
            <a:r>
              <a:rPr sz="1350" b="0">
                <a:solidFill>
                  <a:srgbClr val="172A32"/>
                </a:solidFill>
                <a:latin typeface="Arial"/>
                <a:ea typeface="Arial"/>
                <a:cs typeface="Arial"/>
              </a:rPr>
              <a:t>Provides requirements</a:t>
            </a:r>
          </a:p>
          <a:p xmlns:a="http://schemas.openxmlformats.org/drawingml/2006/main">
            <a:pPr>
              <a:defRPr sz="1350" b="0">
                <a:solidFill>
                  <a:srgbClr val="172A32"/>
                </a:solidFill>
                <a:latin typeface="Arial"/>
                <a:ea typeface="Arial"/>
                <a:cs typeface="Arial"/>
              </a:defRPr>
            </a:pPr>
            <a:r>
              <a:rPr sz="1350" b="0">
                <a:solidFill>
                  <a:srgbClr val="172A32"/>
                </a:solidFill>
                <a:latin typeface="Arial"/>
                <a:ea typeface="Arial"/>
                <a:cs typeface="Arial"/>
              </a:rPr>
              <a:t>and reference files</a:t>
            </a:r>
          </a:p>
        </p:txBody>
      </p:sp>
      <p:sp>
        <p:nvSpPr>
          <p:cNvPr id="11" name="Reviews designs&#10;and test evide">
            <a:extLst xmlns:a="http://schemas.openxmlformats.org/drawingml/2006/main">
              <a:ext uri="{FF2B5EF4-FFF2-40B4-BE49-F238E27FC236}">
                <a16:creationId xmlns:a16="http://schemas.microsoft.com/office/drawing/2014/main" id="{8E0E489B-38F9-4531-8B7A-A0605502D23A}"/>
              </a:ext>
            </a:extLst>
          </p:cNvPr>
          <p:cNvSpPr>
            <a:spLocks xmlns:a="http://schemas.openxmlformats.org/drawingml/2006/main" noGrp="1"/>
          </p:cNvSpPr>
          <p:nvPr/>
        </p:nvSpPr>
        <p:spPr>
          <a:xfrm xmlns:a="http://schemas.openxmlformats.org/drawingml/2006/main">
            <a:off x="552450" y="3295650"/>
            <a:ext cx="1466850" cy="714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350" b="0">
                <a:solidFill>
                  <a:srgbClr val="172A32"/>
                </a:solidFill>
                <a:latin typeface="Arial"/>
                <a:ea typeface="Arial"/>
                <a:cs typeface="Arial"/>
              </a:defRPr>
            </a:defPPr>
            <a:lvl1pPr>
              <a:defRPr sz="1350" b="0">
                <a:solidFill>
                  <a:srgbClr val="172A32"/>
                </a:solidFill>
                <a:latin typeface="Arial"/>
                <a:ea typeface="Arial"/>
                <a:cs typeface="Arial"/>
              </a:defRPr>
            </a:lvl1pPr>
            <a:lvl2pPr>
              <a:defRPr sz="1350" b="0">
                <a:solidFill>
                  <a:srgbClr val="172A32"/>
                </a:solidFill>
                <a:latin typeface="Arial"/>
                <a:ea typeface="Arial"/>
                <a:cs typeface="Arial"/>
              </a:defRPr>
            </a:lvl2pPr>
            <a:lvl3pPr>
              <a:defRPr sz="1350" b="0">
                <a:solidFill>
                  <a:srgbClr val="172A32"/>
                </a:solidFill>
                <a:latin typeface="Arial"/>
                <a:ea typeface="Arial"/>
                <a:cs typeface="Arial"/>
              </a:defRPr>
            </a:lvl3pPr>
            <a:lvl4pPr>
              <a:defRPr sz="1350" b="0">
                <a:solidFill>
                  <a:srgbClr val="172A32"/>
                </a:solidFill>
                <a:latin typeface="Arial"/>
                <a:ea typeface="Arial"/>
                <a:cs typeface="Arial"/>
              </a:defRPr>
            </a:lvl4pPr>
            <a:lvl5pPr>
              <a:defRPr sz="1350" b="0">
                <a:solidFill>
                  <a:srgbClr val="172A32"/>
                </a:solidFill>
                <a:latin typeface="Arial"/>
                <a:ea typeface="Arial"/>
                <a:cs typeface="Arial"/>
              </a:defRPr>
            </a:lvl5pPr>
            <a:lvl6pPr>
              <a:defRPr sz="1350" b="0">
                <a:solidFill>
                  <a:srgbClr val="172A32"/>
                </a:solidFill>
                <a:latin typeface="Arial"/>
                <a:ea typeface="Arial"/>
                <a:cs typeface="Arial"/>
              </a:defRPr>
            </a:lvl6pPr>
            <a:lvl7pPr>
              <a:defRPr sz="1350" b="0">
                <a:solidFill>
                  <a:srgbClr val="172A32"/>
                </a:solidFill>
                <a:latin typeface="Arial"/>
                <a:ea typeface="Arial"/>
                <a:cs typeface="Arial"/>
              </a:defRPr>
            </a:lvl7pPr>
            <a:lvl8pPr>
              <a:defRPr sz="1350" b="0">
                <a:solidFill>
                  <a:srgbClr val="172A32"/>
                </a:solidFill>
                <a:latin typeface="Arial"/>
                <a:ea typeface="Arial"/>
                <a:cs typeface="Arial"/>
              </a:defRPr>
            </a:lvl8pPr>
            <a:lvl9pPr>
              <a:defRPr sz="1350" b="0">
                <a:solidFill>
                  <a:srgbClr val="172A32"/>
                </a:solidFill>
                <a:latin typeface="Arial"/>
                <a:ea typeface="Arial"/>
                <a:cs typeface="Arial"/>
              </a:defRPr>
            </a:lvl9pPr>
          </a:lstStyle>
          <a:p xmlns:a="http://schemas.openxmlformats.org/drawingml/2006/main">
            <a:pPr>
              <a:defRPr sz="1350" b="0">
                <a:solidFill>
                  <a:srgbClr val="172A32"/>
                </a:solidFill>
                <a:latin typeface="Arial"/>
                <a:ea typeface="Arial"/>
                <a:cs typeface="Arial"/>
              </a:defRPr>
            </a:pPr>
            <a:r>
              <a:rPr sz="1350" b="0">
                <a:solidFill>
                  <a:srgbClr val="172A32"/>
                </a:solidFill>
                <a:latin typeface="Arial"/>
                <a:ea typeface="Arial"/>
                <a:cs typeface="Arial"/>
              </a:rPr>
              <a:t>Reviews designs</a:t>
            </a:r>
          </a:p>
          <a:p xmlns:a="http://schemas.openxmlformats.org/drawingml/2006/main">
            <a:pPr>
              <a:defRPr sz="1350" b="0">
                <a:solidFill>
                  <a:srgbClr val="172A32"/>
                </a:solidFill>
                <a:latin typeface="Arial"/>
                <a:ea typeface="Arial"/>
                <a:cs typeface="Arial"/>
              </a:defRPr>
            </a:pPr>
            <a:r>
              <a:rPr sz="1350" b="0">
                <a:solidFill>
                  <a:srgbClr val="172A32"/>
                </a:solidFill>
                <a:latin typeface="Arial"/>
                <a:ea typeface="Arial"/>
                <a:cs typeface="Arial"/>
              </a:rPr>
              <a:t>and test evidence</a:t>
            </a:r>
          </a:p>
        </p:txBody>
      </p:sp>
      <p:sp>
        <p:nvSpPr>
          <p:cNvPr id="12" name="Approves files&#10;for manufacturi">
            <a:extLst xmlns:a="http://schemas.openxmlformats.org/drawingml/2006/main">
              <a:ext uri="{FF2B5EF4-FFF2-40B4-BE49-F238E27FC236}">
                <a16:creationId xmlns:a16="http://schemas.microsoft.com/office/drawing/2014/main" id="{C32BDBFE-E760-4F04-BC2F-CAA200877B52}"/>
              </a:ext>
            </a:extLst>
          </p:cNvPr>
          <p:cNvSpPr>
            <a:spLocks xmlns:a="http://schemas.openxmlformats.org/drawingml/2006/main" noGrp="1"/>
          </p:cNvSpPr>
          <p:nvPr/>
        </p:nvSpPr>
        <p:spPr>
          <a:xfrm xmlns:a="http://schemas.openxmlformats.org/drawingml/2006/main">
            <a:off x="552450" y="4581525"/>
            <a:ext cx="1466850" cy="7143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350" b="0">
                <a:solidFill>
                  <a:srgbClr val="172A32"/>
                </a:solidFill>
                <a:latin typeface="Arial"/>
                <a:ea typeface="Arial"/>
                <a:cs typeface="Arial"/>
              </a:defRPr>
            </a:defPPr>
            <a:lvl1pPr>
              <a:defRPr sz="1350" b="0">
                <a:solidFill>
                  <a:srgbClr val="172A32"/>
                </a:solidFill>
                <a:latin typeface="Arial"/>
                <a:ea typeface="Arial"/>
                <a:cs typeface="Arial"/>
              </a:defRPr>
            </a:lvl1pPr>
            <a:lvl2pPr>
              <a:defRPr sz="1350" b="0">
                <a:solidFill>
                  <a:srgbClr val="172A32"/>
                </a:solidFill>
                <a:latin typeface="Arial"/>
                <a:ea typeface="Arial"/>
                <a:cs typeface="Arial"/>
              </a:defRPr>
            </a:lvl2pPr>
            <a:lvl3pPr>
              <a:defRPr sz="1350" b="0">
                <a:solidFill>
                  <a:srgbClr val="172A32"/>
                </a:solidFill>
                <a:latin typeface="Arial"/>
                <a:ea typeface="Arial"/>
                <a:cs typeface="Arial"/>
              </a:defRPr>
            </a:lvl3pPr>
            <a:lvl4pPr>
              <a:defRPr sz="1350" b="0">
                <a:solidFill>
                  <a:srgbClr val="172A32"/>
                </a:solidFill>
                <a:latin typeface="Arial"/>
                <a:ea typeface="Arial"/>
                <a:cs typeface="Arial"/>
              </a:defRPr>
            </a:lvl4pPr>
            <a:lvl5pPr>
              <a:defRPr sz="1350" b="0">
                <a:solidFill>
                  <a:srgbClr val="172A32"/>
                </a:solidFill>
                <a:latin typeface="Arial"/>
                <a:ea typeface="Arial"/>
                <a:cs typeface="Arial"/>
              </a:defRPr>
            </a:lvl5pPr>
            <a:lvl6pPr>
              <a:defRPr sz="1350" b="0">
                <a:solidFill>
                  <a:srgbClr val="172A32"/>
                </a:solidFill>
                <a:latin typeface="Arial"/>
                <a:ea typeface="Arial"/>
                <a:cs typeface="Arial"/>
              </a:defRPr>
            </a:lvl6pPr>
            <a:lvl7pPr>
              <a:defRPr sz="1350" b="0">
                <a:solidFill>
                  <a:srgbClr val="172A32"/>
                </a:solidFill>
                <a:latin typeface="Arial"/>
                <a:ea typeface="Arial"/>
                <a:cs typeface="Arial"/>
              </a:defRPr>
            </a:lvl7pPr>
            <a:lvl8pPr>
              <a:defRPr sz="1350" b="0">
                <a:solidFill>
                  <a:srgbClr val="172A32"/>
                </a:solidFill>
                <a:latin typeface="Arial"/>
                <a:ea typeface="Arial"/>
                <a:cs typeface="Arial"/>
              </a:defRPr>
            </a:lvl8pPr>
            <a:lvl9pPr>
              <a:defRPr sz="1350" b="0">
                <a:solidFill>
                  <a:srgbClr val="172A32"/>
                </a:solidFill>
                <a:latin typeface="Arial"/>
                <a:ea typeface="Arial"/>
                <a:cs typeface="Arial"/>
              </a:defRPr>
            </a:lvl9pPr>
          </a:lstStyle>
          <a:p xmlns:a="http://schemas.openxmlformats.org/drawingml/2006/main">
            <a:pPr>
              <a:defRPr sz="1350" b="0">
                <a:solidFill>
                  <a:srgbClr val="172A32"/>
                </a:solidFill>
                <a:latin typeface="Arial"/>
                <a:ea typeface="Arial"/>
                <a:cs typeface="Arial"/>
              </a:defRPr>
            </a:pPr>
            <a:r>
              <a:rPr sz="1350" b="0">
                <a:solidFill>
                  <a:srgbClr val="172A32"/>
                </a:solidFill>
                <a:latin typeface="Arial"/>
                <a:ea typeface="Arial"/>
                <a:cs typeface="Arial"/>
              </a:rPr>
              <a:t>Approves files</a:t>
            </a:r>
          </a:p>
          <a:p xmlns:a="http://schemas.openxmlformats.org/drawingml/2006/main">
            <a:pPr>
              <a:defRPr sz="1350" b="0">
                <a:solidFill>
                  <a:srgbClr val="172A32"/>
                </a:solidFill>
                <a:latin typeface="Arial"/>
                <a:ea typeface="Arial"/>
                <a:cs typeface="Arial"/>
              </a:defRPr>
            </a:pPr>
            <a:r>
              <a:rPr sz="1350" b="0">
                <a:solidFill>
                  <a:srgbClr val="172A32"/>
                </a:solidFill>
                <a:latin typeface="Arial"/>
                <a:ea typeface="Arial"/>
                <a:cs typeface="Arial"/>
              </a:rPr>
              <a:t>for manufacturing</a:t>
            </a:r>
          </a:p>
        </p:txBody>
      </p:sp>
      <p:sp>
        <p:nvSpPr>
          <p:cNvPr id="13" name="Wright desktop app">
            <a:extLst xmlns:a="http://schemas.openxmlformats.org/drawingml/2006/main">
              <a:ext uri="{FF2B5EF4-FFF2-40B4-BE49-F238E27FC236}">
                <a16:creationId xmlns:a16="http://schemas.microsoft.com/office/drawing/2014/main" id="{139423BB-2002-4D7F-A3F0-35BB259B241E}"/>
              </a:ext>
            </a:extLst>
          </p:cNvPr>
          <p:cNvSpPr>
            <a:spLocks xmlns:a="http://schemas.openxmlformats.org/drawingml/2006/main" noGrp="1"/>
          </p:cNvSpPr>
          <p:nvPr/>
        </p:nvSpPr>
        <p:spPr>
          <a:xfrm xmlns:a="http://schemas.openxmlformats.org/drawingml/2006/main">
            <a:off x="552450" y="5514975"/>
            <a:ext cx="1466850" cy="2286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050" b="0">
                <a:solidFill>
                  <a:srgbClr val="566B75"/>
                </a:solidFill>
                <a:latin typeface="Arial"/>
                <a:ea typeface="Arial"/>
                <a:cs typeface="Arial"/>
              </a:defRPr>
            </a:defPPr>
            <a:lvl1pPr>
              <a:defRPr sz="1050" b="0">
                <a:solidFill>
                  <a:srgbClr val="566B75"/>
                </a:solidFill>
                <a:latin typeface="Arial"/>
                <a:ea typeface="Arial"/>
                <a:cs typeface="Arial"/>
              </a:defRPr>
            </a:lvl1pPr>
            <a:lvl2pPr>
              <a:defRPr sz="1050" b="0">
                <a:solidFill>
                  <a:srgbClr val="566B75"/>
                </a:solidFill>
                <a:latin typeface="Arial"/>
                <a:ea typeface="Arial"/>
                <a:cs typeface="Arial"/>
              </a:defRPr>
            </a:lvl2pPr>
            <a:lvl3pPr>
              <a:defRPr sz="1050" b="0">
                <a:solidFill>
                  <a:srgbClr val="566B75"/>
                </a:solidFill>
                <a:latin typeface="Arial"/>
                <a:ea typeface="Arial"/>
                <a:cs typeface="Arial"/>
              </a:defRPr>
            </a:lvl3pPr>
            <a:lvl4pPr>
              <a:defRPr sz="1050" b="0">
                <a:solidFill>
                  <a:srgbClr val="566B75"/>
                </a:solidFill>
                <a:latin typeface="Arial"/>
                <a:ea typeface="Arial"/>
                <a:cs typeface="Arial"/>
              </a:defRPr>
            </a:lvl4pPr>
            <a:lvl5pPr>
              <a:defRPr sz="1050" b="0">
                <a:solidFill>
                  <a:srgbClr val="566B75"/>
                </a:solidFill>
                <a:latin typeface="Arial"/>
                <a:ea typeface="Arial"/>
                <a:cs typeface="Arial"/>
              </a:defRPr>
            </a:lvl5pPr>
            <a:lvl6pPr>
              <a:defRPr sz="1050" b="0">
                <a:solidFill>
                  <a:srgbClr val="566B75"/>
                </a:solidFill>
                <a:latin typeface="Arial"/>
                <a:ea typeface="Arial"/>
                <a:cs typeface="Arial"/>
              </a:defRPr>
            </a:lvl6pPr>
            <a:lvl7pPr>
              <a:defRPr sz="1050" b="0">
                <a:solidFill>
                  <a:srgbClr val="566B75"/>
                </a:solidFill>
                <a:latin typeface="Arial"/>
                <a:ea typeface="Arial"/>
                <a:cs typeface="Arial"/>
              </a:defRPr>
            </a:lvl7pPr>
            <a:lvl8pPr>
              <a:defRPr sz="1050" b="0">
                <a:solidFill>
                  <a:srgbClr val="566B75"/>
                </a:solidFill>
                <a:latin typeface="Arial"/>
                <a:ea typeface="Arial"/>
                <a:cs typeface="Arial"/>
              </a:defRPr>
            </a:lvl8pPr>
            <a:lvl9pPr>
              <a:defRPr sz="1050" b="0">
                <a:solidFill>
                  <a:srgbClr val="566B75"/>
                </a:solidFill>
                <a:latin typeface="Arial"/>
                <a:ea typeface="Arial"/>
                <a:cs typeface="Arial"/>
              </a:defRPr>
            </a:lvl9pPr>
          </a:lstStyle>
          <a:p xmlns:a="http://schemas.openxmlformats.org/drawingml/2006/main">
            <a:pPr>
              <a:defRPr sz="1050" b="0">
                <a:solidFill>
                  <a:srgbClr val="566B75"/>
                </a:solidFill>
                <a:latin typeface="Arial"/>
                <a:ea typeface="Arial"/>
                <a:cs typeface="Arial"/>
              </a:defRPr>
            </a:pPr>
            <a:r>
              <a:rPr sz="1050" b="0">
                <a:solidFill>
                  <a:srgbClr val="566B75"/>
                </a:solidFill>
                <a:latin typeface="Arial"/>
                <a:ea typeface="Arial"/>
                <a:cs typeface="Arial"/>
              </a:rPr>
              <a:t>Wright desktop app</a:t>
            </a:r>
          </a:p>
        </p:txBody>
      </p:sp>
      <p:sp>
        <p:nvSpPr>
          <p:cNvPr id="14" name="AI team">
            <a:extLst xmlns:a="http://schemas.openxmlformats.org/drawingml/2006/main">
              <a:ext uri="{FF2B5EF4-FFF2-40B4-BE49-F238E27FC236}">
                <a16:creationId xmlns:a16="http://schemas.microsoft.com/office/drawing/2014/main" id="{6800C228-7DEB-4053-A7B0-EF37B8DEE4BF}"/>
              </a:ext>
            </a:extLst>
          </p:cNvPr>
          <p:cNvSpPr>
            <a:spLocks xmlns:a="http://schemas.openxmlformats.org/drawingml/2006/main" noGrp="1"/>
          </p:cNvSpPr>
          <p:nvPr/>
        </p:nvSpPr>
        <p:spPr>
          <a:xfrm xmlns:a="http://schemas.openxmlformats.org/drawingml/2006/main">
            <a:off x="2571750" y="1571625"/>
            <a:ext cx="6381750" cy="800100"/>
          </a:xfrm>
          <a:prstGeom xmlns:a="http://schemas.openxmlformats.org/drawingml/2006/main" prst="rect">
            <a:avLst/>
          </a:prstGeom>
          <a:solidFill xmlns:a="http://schemas.openxmlformats.org/drawingml/2006/main">
            <a:srgbClr val="EAF3F8"/>
          </a:solidFill>
          <a:ln xmlns:a="http://schemas.openxmlformats.org/drawingml/2006/main" w="9525">
            <a:solidFill>
              <a:srgbClr val="B8C7CD"/>
            </a:solidFill>
            <a:prstDash val="solid"/>
          </a:ln>
        </p:spPr>
      </p:sp>
      <p:sp>
        <p:nvSpPr>
          <p:cNvPr id="15" name="AI engineering team">
            <a:extLst xmlns:a="http://schemas.openxmlformats.org/drawingml/2006/main">
              <a:ext uri="{FF2B5EF4-FFF2-40B4-BE49-F238E27FC236}">
                <a16:creationId xmlns:a16="http://schemas.microsoft.com/office/drawing/2014/main" id="{FB7A3EA3-8B85-450D-A0D2-CACEBBAA2C32}"/>
              </a:ext>
            </a:extLst>
          </p:cNvPr>
          <p:cNvSpPr>
            <a:spLocks xmlns:a="http://schemas.openxmlformats.org/drawingml/2006/main" noGrp="1"/>
          </p:cNvSpPr>
          <p:nvPr/>
        </p:nvSpPr>
        <p:spPr>
          <a:xfrm xmlns:a="http://schemas.openxmlformats.org/drawingml/2006/main">
            <a:off x="2743200" y="1714500"/>
            <a:ext cx="60388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725" b="1">
                <a:solidFill>
                  <a:srgbClr val="172A32"/>
                </a:solidFill>
                <a:latin typeface="Arial"/>
                <a:ea typeface="Arial"/>
                <a:cs typeface="Arial"/>
              </a:defRPr>
            </a:defPPr>
            <a:lvl1pPr>
              <a:defRPr sz="1725" b="1">
                <a:solidFill>
                  <a:srgbClr val="172A32"/>
                </a:solidFill>
                <a:latin typeface="Arial"/>
                <a:ea typeface="Arial"/>
                <a:cs typeface="Arial"/>
              </a:defRPr>
            </a:lvl1pPr>
            <a:lvl2pPr>
              <a:defRPr sz="1725" b="1">
                <a:solidFill>
                  <a:srgbClr val="172A32"/>
                </a:solidFill>
                <a:latin typeface="Arial"/>
                <a:ea typeface="Arial"/>
                <a:cs typeface="Arial"/>
              </a:defRPr>
            </a:lvl2pPr>
            <a:lvl3pPr>
              <a:defRPr sz="1725" b="1">
                <a:solidFill>
                  <a:srgbClr val="172A32"/>
                </a:solidFill>
                <a:latin typeface="Arial"/>
                <a:ea typeface="Arial"/>
                <a:cs typeface="Arial"/>
              </a:defRPr>
            </a:lvl3pPr>
            <a:lvl4pPr>
              <a:defRPr sz="1725" b="1">
                <a:solidFill>
                  <a:srgbClr val="172A32"/>
                </a:solidFill>
                <a:latin typeface="Arial"/>
                <a:ea typeface="Arial"/>
                <a:cs typeface="Arial"/>
              </a:defRPr>
            </a:lvl4pPr>
            <a:lvl5pPr>
              <a:defRPr sz="1725" b="1">
                <a:solidFill>
                  <a:srgbClr val="172A32"/>
                </a:solidFill>
                <a:latin typeface="Arial"/>
                <a:ea typeface="Arial"/>
                <a:cs typeface="Arial"/>
              </a:defRPr>
            </a:lvl5pPr>
            <a:lvl6pPr>
              <a:defRPr sz="1725" b="1">
                <a:solidFill>
                  <a:srgbClr val="172A32"/>
                </a:solidFill>
                <a:latin typeface="Arial"/>
                <a:ea typeface="Arial"/>
                <a:cs typeface="Arial"/>
              </a:defRPr>
            </a:lvl6pPr>
            <a:lvl7pPr>
              <a:defRPr sz="1725" b="1">
                <a:solidFill>
                  <a:srgbClr val="172A32"/>
                </a:solidFill>
                <a:latin typeface="Arial"/>
                <a:ea typeface="Arial"/>
                <a:cs typeface="Arial"/>
              </a:defRPr>
            </a:lvl7pPr>
            <a:lvl8pPr>
              <a:defRPr sz="1725" b="1">
                <a:solidFill>
                  <a:srgbClr val="172A32"/>
                </a:solidFill>
                <a:latin typeface="Arial"/>
                <a:ea typeface="Arial"/>
                <a:cs typeface="Arial"/>
              </a:defRPr>
            </a:lvl8pPr>
            <a:lvl9pPr>
              <a:defRPr sz="1725" b="1">
                <a:solidFill>
                  <a:srgbClr val="172A32"/>
                </a:solidFill>
                <a:latin typeface="Arial"/>
                <a:ea typeface="Arial"/>
                <a:cs typeface="Arial"/>
              </a:defRPr>
            </a:lvl9pPr>
          </a:lstStyle>
          <a:p xmlns:a="http://schemas.openxmlformats.org/drawingml/2006/main">
            <a:pPr>
              <a:defRPr sz="1725" b="1">
                <a:solidFill>
                  <a:srgbClr val="172A32"/>
                </a:solidFill>
                <a:latin typeface="Arial"/>
                <a:ea typeface="Arial"/>
                <a:cs typeface="Arial"/>
              </a:defRPr>
            </a:pPr>
            <a:r>
              <a:rPr sz="1725" b="1">
                <a:solidFill>
                  <a:srgbClr val="172A32"/>
                </a:solidFill>
                <a:latin typeface="Arial"/>
                <a:ea typeface="Arial"/>
                <a:cs typeface="Arial"/>
              </a:rPr>
              <a:t>AI engineering team</a:t>
            </a:r>
          </a:p>
        </p:txBody>
      </p:sp>
      <p:sp>
        <p:nvSpPr>
          <p:cNvPr id="16" name="Plans work, runs tools and rev">
            <a:extLst xmlns:a="http://schemas.openxmlformats.org/drawingml/2006/main">
              <a:ext uri="{FF2B5EF4-FFF2-40B4-BE49-F238E27FC236}">
                <a16:creationId xmlns:a16="http://schemas.microsoft.com/office/drawing/2014/main" id="{BD214856-428E-4471-8C12-B90DD347FF54}"/>
              </a:ext>
            </a:extLst>
          </p:cNvPr>
          <p:cNvSpPr>
            <a:spLocks xmlns:a="http://schemas.openxmlformats.org/drawingml/2006/main" noGrp="1"/>
          </p:cNvSpPr>
          <p:nvPr/>
        </p:nvSpPr>
        <p:spPr>
          <a:xfrm xmlns:a="http://schemas.openxmlformats.org/drawingml/2006/main">
            <a:off x="2743200" y="2009775"/>
            <a:ext cx="6048375" cy="2667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275" b="0">
                <a:solidFill>
                  <a:srgbClr val="172A32"/>
                </a:solidFill>
                <a:latin typeface="Arial"/>
                <a:ea typeface="Arial"/>
                <a:cs typeface="Arial"/>
              </a:defRPr>
            </a:defPPr>
            <a:lvl1pPr>
              <a:defRPr sz="1275" b="0">
                <a:solidFill>
                  <a:srgbClr val="172A32"/>
                </a:solidFill>
                <a:latin typeface="Arial"/>
                <a:ea typeface="Arial"/>
                <a:cs typeface="Arial"/>
              </a:defRPr>
            </a:lvl1pPr>
            <a:lvl2pPr>
              <a:defRPr sz="1275" b="0">
                <a:solidFill>
                  <a:srgbClr val="172A32"/>
                </a:solidFill>
                <a:latin typeface="Arial"/>
                <a:ea typeface="Arial"/>
                <a:cs typeface="Arial"/>
              </a:defRPr>
            </a:lvl2pPr>
            <a:lvl3pPr>
              <a:defRPr sz="1275" b="0">
                <a:solidFill>
                  <a:srgbClr val="172A32"/>
                </a:solidFill>
                <a:latin typeface="Arial"/>
                <a:ea typeface="Arial"/>
                <a:cs typeface="Arial"/>
              </a:defRPr>
            </a:lvl3pPr>
            <a:lvl4pPr>
              <a:defRPr sz="1275" b="0">
                <a:solidFill>
                  <a:srgbClr val="172A32"/>
                </a:solidFill>
                <a:latin typeface="Arial"/>
                <a:ea typeface="Arial"/>
                <a:cs typeface="Arial"/>
              </a:defRPr>
            </a:lvl4pPr>
            <a:lvl5pPr>
              <a:defRPr sz="1275" b="0">
                <a:solidFill>
                  <a:srgbClr val="172A32"/>
                </a:solidFill>
                <a:latin typeface="Arial"/>
                <a:ea typeface="Arial"/>
                <a:cs typeface="Arial"/>
              </a:defRPr>
            </a:lvl5pPr>
            <a:lvl6pPr>
              <a:defRPr sz="1275" b="0">
                <a:solidFill>
                  <a:srgbClr val="172A32"/>
                </a:solidFill>
                <a:latin typeface="Arial"/>
                <a:ea typeface="Arial"/>
                <a:cs typeface="Arial"/>
              </a:defRPr>
            </a:lvl6pPr>
            <a:lvl7pPr>
              <a:defRPr sz="1275" b="0">
                <a:solidFill>
                  <a:srgbClr val="172A32"/>
                </a:solidFill>
                <a:latin typeface="Arial"/>
                <a:ea typeface="Arial"/>
                <a:cs typeface="Arial"/>
              </a:defRPr>
            </a:lvl7pPr>
            <a:lvl8pPr>
              <a:defRPr sz="1275" b="0">
                <a:solidFill>
                  <a:srgbClr val="172A32"/>
                </a:solidFill>
                <a:latin typeface="Arial"/>
                <a:ea typeface="Arial"/>
                <a:cs typeface="Arial"/>
              </a:defRPr>
            </a:lvl8pPr>
            <a:lvl9pPr>
              <a:defRPr sz="1275" b="0">
                <a:solidFill>
                  <a:srgbClr val="172A32"/>
                </a:solidFill>
                <a:latin typeface="Arial"/>
                <a:ea typeface="Arial"/>
                <a:cs typeface="Arial"/>
              </a:defRPr>
            </a:lvl9pPr>
          </a:lstStyle>
          <a:p xmlns:a="http://schemas.openxmlformats.org/drawingml/2006/main">
            <a:pPr>
              <a:defRPr sz="1275" b="0">
                <a:solidFill>
                  <a:srgbClr val="172A32"/>
                </a:solidFill>
                <a:latin typeface="Arial"/>
                <a:ea typeface="Arial"/>
                <a:cs typeface="Arial"/>
              </a:defRPr>
            </a:pPr>
            <a:r>
              <a:rPr sz="1275" b="0">
                <a:solidFill>
                  <a:srgbClr val="172A32"/>
                </a:solidFill>
                <a:latin typeface="Arial"/>
                <a:ea typeface="Arial"/>
                <a:cs typeface="Arial"/>
              </a:rPr>
              <a:t>Plans work, runs tools and revises designs from feedback</a:t>
            </a:r>
          </a:p>
        </p:txBody>
      </p:sp>
      <p:sp>
        <p:nvSpPr>
          <p:cNvPr id="17" name="Cloud AI">
            <a:extLst xmlns:a="http://schemas.openxmlformats.org/drawingml/2006/main">
              <a:ext uri="{FF2B5EF4-FFF2-40B4-BE49-F238E27FC236}">
                <a16:creationId xmlns:a16="http://schemas.microsoft.com/office/drawing/2014/main" id="{E2C532DB-8EA3-4C6D-A782-E93D89902062}"/>
              </a:ext>
            </a:extLst>
          </p:cNvPr>
          <p:cNvSpPr>
            <a:spLocks xmlns:a="http://schemas.openxmlformats.org/drawingml/2006/main" noGrp="1"/>
          </p:cNvSpPr>
          <p:nvPr/>
        </p:nvSpPr>
        <p:spPr>
          <a:xfrm xmlns:a="http://schemas.openxmlformats.org/drawingml/2006/main">
            <a:off x="9525000" y="1571625"/>
            <a:ext cx="2286000" cy="800100"/>
          </a:xfrm>
          <a:prstGeom xmlns:a="http://schemas.openxmlformats.org/drawingml/2006/main" prst="rect">
            <a:avLst/>
          </a:prstGeom>
          <a:solidFill xmlns:a="http://schemas.openxmlformats.org/drawingml/2006/main">
            <a:srgbClr val="EAF3F8"/>
          </a:solidFill>
          <a:ln xmlns:a="http://schemas.openxmlformats.org/drawingml/2006/main" w="9525">
            <a:solidFill>
              <a:srgbClr val="B8C7CD"/>
            </a:solidFill>
            <a:prstDash val="solid"/>
          </a:ln>
        </p:spPr>
      </p:sp>
      <p:sp>
        <p:nvSpPr>
          <p:cNvPr id="18" name="AI models">
            <a:extLst xmlns:a="http://schemas.openxmlformats.org/drawingml/2006/main">
              <a:ext uri="{FF2B5EF4-FFF2-40B4-BE49-F238E27FC236}">
                <a16:creationId xmlns:a16="http://schemas.microsoft.com/office/drawing/2014/main" id="{0BEDACD6-CDF1-4F4E-8B32-7E03AE0B2A10}"/>
              </a:ext>
            </a:extLst>
          </p:cNvPr>
          <p:cNvSpPr>
            <a:spLocks xmlns:a="http://schemas.openxmlformats.org/drawingml/2006/main" noGrp="1"/>
          </p:cNvSpPr>
          <p:nvPr/>
        </p:nvSpPr>
        <p:spPr>
          <a:xfrm xmlns:a="http://schemas.openxmlformats.org/drawingml/2006/main">
            <a:off x="9696450" y="1714500"/>
            <a:ext cx="19431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725" b="1">
                <a:solidFill>
                  <a:srgbClr val="172A32"/>
                </a:solidFill>
                <a:latin typeface="Arial"/>
                <a:ea typeface="Arial"/>
                <a:cs typeface="Arial"/>
              </a:defRPr>
            </a:defPPr>
            <a:lvl1pPr>
              <a:defRPr sz="1725" b="1">
                <a:solidFill>
                  <a:srgbClr val="172A32"/>
                </a:solidFill>
                <a:latin typeface="Arial"/>
                <a:ea typeface="Arial"/>
                <a:cs typeface="Arial"/>
              </a:defRPr>
            </a:lvl1pPr>
            <a:lvl2pPr>
              <a:defRPr sz="1725" b="1">
                <a:solidFill>
                  <a:srgbClr val="172A32"/>
                </a:solidFill>
                <a:latin typeface="Arial"/>
                <a:ea typeface="Arial"/>
                <a:cs typeface="Arial"/>
              </a:defRPr>
            </a:lvl2pPr>
            <a:lvl3pPr>
              <a:defRPr sz="1725" b="1">
                <a:solidFill>
                  <a:srgbClr val="172A32"/>
                </a:solidFill>
                <a:latin typeface="Arial"/>
                <a:ea typeface="Arial"/>
                <a:cs typeface="Arial"/>
              </a:defRPr>
            </a:lvl3pPr>
            <a:lvl4pPr>
              <a:defRPr sz="1725" b="1">
                <a:solidFill>
                  <a:srgbClr val="172A32"/>
                </a:solidFill>
                <a:latin typeface="Arial"/>
                <a:ea typeface="Arial"/>
                <a:cs typeface="Arial"/>
              </a:defRPr>
            </a:lvl4pPr>
            <a:lvl5pPr>
              <a:defRPr sz="1725" b="1">
                <a:solidFill>
                  <a:srgbClr val="172A32"/>
                </a:solidFill>
                <a:latin typeface="Arial"/>
                <a:ea typeface="Arial"/>
                <a:cs typeface="Arial"/>
              </a:defRPr>
            </a:lvl5pPr>
            <a:lvl6pPr>
              <a:defRPr sz="1725" b="1">
                <a:solidFill>
                  <a:srgbClr val="172A32"/>
                </a:solidFill>
                <a:latin typeface="Arial"/>
                <a:ea typeface="Arial"/>
                <a:cs typeface="Arial"/>
              </a:defRPr>
            </a:lvl6pPr>
            <a:lvl7pPr>
              <a:defRPr sz="1725" b="1">
                <a:solidFill>
                  <a:srgbClr val="172A32"/>
                </a:solidFill>
                <a:latin typeface="Arial"/>
                <a:ea typeface="Arial"/>
                <a:cs typeface="Arial"/>
              </a:defRPr>
            </a:lvl7pPr>
            <a:lvl8pPr>
              <a:defRPr sz="1725" b="1">
                <a:solidFill>
                  <a:srgbClr val="172A32"/>
                </a:solidFill>
                <a:latin typeface="Arial"/>
                <a:ea typeface="Arial"/>
                <a:cs typeface="Arial"/>
              </a:defRPr>
            </a:lvl8pPr>
            <a:lvl9pPr>
              <a:defRPr sz="1725" b="1">
                <a:solidFill>
                  <a:srgbClr val="172A32"/>
                </a:solidFill>
                <a:latin typeface="Arial"/>
                <a:ea typeface="Arial"/>
                <a:cs typeface="Arial"/>
              </a:defRPr>
            </a:lvl9pPr>
          </a:lstStyle>
          <a:p xmlns:a="http://schemas.openxmlformats.org/drawingml/2006/main">
            <a:pPr>
              <a:defRPr sz="1725" b="1">
                <a:solidFill>
                  <a:srgbClr val="172A32"/>
                </a:solidFill>
                <a:latin typeface="Arial"/>
                <a:ea typeface="Arial"/>
                <a:cs typeface="Arial"/>
              </a:defRPr>
            </a:pPr>
            <a:r>
              <a:rPr sz="1725" b="1">
                <a:solidFill>
                  <a:srgbClr val="172A32"/>
                </a:solidFill>
                <a:latin typeface="Arial"/>
                <a:ea typeface="Arial"/>
                <a:cs typeface="Arial"/>
              </a:rPr>
              <a:t>AI models</a:t>
            </a:r>
          </a:p>
        </p:txBody>
      </p:sp>
      <p:sp>
        <p:nvSpPr>
          <p:cNvPr id="19" name="Configured model provider">
            <a:extLst xmlns:a="http://schemas.openxmlformats.org/drawingml/2006/main">
              <a:ext uri="{FF2B5EF4-FFF2-40B4-BE49-F238E27FC236}">
                <a16:creationId xmlns:a16="http://schemas.microsoft.com/office/drawing/2014/main" id="{C8CD318E-89F6-48A7-802D-AE5C9E0DA5ED}"/>
              </a:ext>
            </a:extLst>
          </p:cNvPr>
          <p:cNvSpPr>
            <a:spLocks xmlns:a="http://schemas.openxmlformats.org/drawingml/2006/main" noGrp="1"/>
          </p:cNvSpPr>
          <p:nvPr/>
        </p:nvSpPr>
        <p:spPr>
          <a:xfrm xmlns:a="http://schemas.openxmlformats.org/drawingml/2006/main">
            <a:off x="9696450" y="2009775"/>
            <a:ext cx="1943100" cy="2571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125" b="0">
                <a:solidFill>
                  <a:srgbClr val="566B75"/>
                </a:solidFill>
                <a:latin typeface="Arial"/>
                <a:ea typeface="Arial"/>
                <a:cs typeface="Arial"/>
              </a:defRPr>
            </a:defPPr>
            <a:lvl1pPr>
              <a:defRPr sz="1125" b="0">
                <a:solidFill>
                  <a:srgbClr val="566B75"/>
                </a:solidFill>
                <a:latin typeface="Arial"/>
                <a:ea typeface="Arial"/>
                <a:cs typeface="Arial"/>
              </a:defRPr>
            </a:lvl1pPr>
            <a:lvl2pPr>
              <a:defRPr sz="1125" b="0">
                <a:solidFill>
                  <a:srgbClr val="566B75"/>
                </a:solidFill>
                <a:latin typeface="Arial"/>
                <a:ea typeface="Arial"/>
                <a:cs typeface="Arial"/>
              </a:defRPr>
            </a:lvl2pPr>
            <a:lvl3pPr>
              <a:defRPr sz="1125" b="0">
                <a:solidFill>
                  <a:srgbClr val="566B75"/>
                </a:solidFill>
                <a:latin typeface="Arial"/>
                <a:ea typeface="Arial"/>
                <a:cs typeface="Arial"/>
              </a:defRPr>
            </a:lvl3pPr>
            <a:lvl4pPr>
              <a:defRPr sz="1125" b="0">
                <a:solidFill>
                  <a:srgbClr val="566B75"/>
                </a:solidFill>
                <a:latin typeface="Arial"/>
                <a:ea typeface="Arial"/>
                <a:cs typeface="Arial"/>
              </a:defRPr>
            </a:lvl4pPr>
            <a:lvl5pPr>
              <a:defRPr sz="1125" b="0">
                <a:solidFill>
                  <a:srgbClr val="566B75"/>
                </a:solidFill>
                <a:latin typeface="Arial"/>
                <a:ea typeface="Arial"/>
                <a:cs typeface="Arial"/>
              </a:defRPr>
            </a:lvl5pPr>
            <a:lvl6pPr>
              <a:defRPr sz="1125" b="0">
                <a:solidFill>
                  <a:srgbClr val="566B75"/>
                </a:solidFill>
                <a:latin typeface="Arial"/>
                <a:ea typeface="Arial"/>
                <a:cs typeface="Arial"/>
              </a:defRPr>
            </a:lvl6pPr>
            <a:lvl7pPr>
              <a:defRPr sz="1125" b="0">
                <a:solidFill>
                  <a:srgbClr val="566B75"/>
                </a:solidFill>
                <a:latin typeface="Arial"/>
                <a:ea typeface="Arial"/>
                <a:cs typeface="Arial"/>
              </a:defRPr>
            </a:lvl7pPr>
            <a:lvl8pPr>
              <a:defRPr sz="1125" b="0">
                <a:solidFill>
                  <a:srgbClr val="566B75"/>
                </a:solidFill>
                <a:latin typeface="Arial"/>
                <a:ea typeface="Arial"/>
                <a:cs typeface="Arial"/>
              </a:defRPr>
            </a:lvl8pPr>
            <a:lvl9pPr>
              <a:defRPr sz="1125" b="0">
                <a:solidFill>
                  <a:srgbClr val="566B75"/>
                </a:solidFill>
                <a:latin typeface="Arial"/>
                <a:ea typeface="Arial"/>
                <a:cs typeface="Arial"/>
              </a:defRPr>
            </a:lvl9pPr>
          </a:lstStyle>
          <a:p xmlns:a="http://schemas.openxmlformats.org/drawingml/2006/main">
            <a:pPr>
              <a:defRPr sz="1125" b="0">
                <a:solidFill>
                  <a:srgbClr val="566B75"/>
                </a:solidFill>
                <a:latin typeface="Arial"/>
                <a:ea typeface="Arial"/>
                <a:cs typeface="Arial"/>
              </a:defRPr>
            </a:pPr>
            <a:r>
              <a:rPr sz="1125" b="0">
                <a:solidFill>
                  <a:srgbClr val="566B75"/>
                </a:solidFill>
                <a:latin typeface="Arial"/>
                <a:ea typeface="Arial"/>
                <a:cs typeface="Arial"/>
              </a:rPr>
              <a:t>Configured model provider</a:t>
            </a:r>
          </a:p>
        </p:txBody>
      </p:sp>
      <p:sp>
        <p:nvSpPr>
          <p:cNvPr id="20" name="Mechanical design">
            <a:extLst xmlns:a="http://schemas.openxmlformats.org/drawingml/2006/main">
              <a:ext uri="{FF2B5EF4-FFF2-40B4-BE49-F238E27FC236}">
                <a16:creationId xmlns:a16="http://schemas.microsoft.com/office/drawing/2014/main" id="{2F27412B-2A98-4C67-B38A-FC6DB76F0B9B}"/>
              </a:ext>
            </a:extLst>
          </p:cNvPr>
          <p:cNvSpPr>
            <a:spLocks xmlns:a="http://schemas.openxmlformats.org/drawingml/2006/main" noGrp="1"/>
          </p:cNvSpPr>
          <p:nvPr/>
        </p:nvSpPr>
        <p:spPr>
          <a:xfrm xmlns:a="http://schemas.openxmlformats.org/drawingml/2006/main">
            <a:off x="2571750" y="2762250"/>
            <a:ext cx="2952750" cy="1314450"/>
          </a:xfrm>
          <a:prstGeom xmlns:a="http://schemas.openxmlformats.org/drawingml/2006/main" prst="rect">
            <a:avLst/>
          </a:prstGeom>
          <a:solidFill xmlns:a="http://schemas.openxmlformats.org/drawingml/2006/main">
            <a:srgbClr val="EDF5EF"/>
          </a:solidFill>
          <a:ln xmlns:a="http://schemas.openxmlformats.org/drawingml/2006/main" w="9525">
            <a:solidFill>
              <a:srgbClr val="B8C7CD"/>
            </a:solidFill>
            <a:prstDash val="solid"/>
          </a:ln>
        </p:spPr>
      </p:sp>
      <p:sp>
        <p:nvSpPr>
          <p:cNvPr id="21" name="Mechanical Design">
            <a:extLst xmlns:a="http://schemas.openxmlformats.org/drawingml/2006/main">
              <a:ext uri="{FF2B5EF4-FFF2-40B4-BE49-F238E27FC236}">
                <a16:creationId xmlns:a16="http://schemas.microsoft.com/office/drawing/2014/main" id="{ED921738-32D4-41FD-AEF9-ECA2332C3270}"/>
              </a:ext>
            </a:extLst>
          </p:cNvPr>
          <p:cNvSpPr>
            <a:spLocks xmlns:a="http://schemas.openxmlformats.org/drawingml/2006/main" noGrp="1"/>
          </p:cNvSpPr>
          <p:nvPr/>
        </p:nvSpPr>
        <p:spPr>
          <a:xfrm xmlns:a="http://schemas.openxmlformats.org/drawingml/2006/main">
            <a:off x="2743200" y="2905125"/>
            <a:ext cx="26098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725" b="1">
                <a:solidFill>
                  <a:srgbClr val="172A32"/>
                </a:solidFill>
                <a:latin typeface="Arial"/>
                <a:ea typeface="Arial"/>
                <a:cs typeface="Arial"/>
              </a:defRPr>
            </a:defPPr>
            <a:lvl1pPr>
              <a:defRPr sz="1725" b="1">
                <a:solidFill>
                  <a:srgbClr val="172A32"/>
                </a:solidFill>
                <a:latin typeface="Arial"/>
                <a:ea typeface="Arial"/>
                <a:cs typeface="Arial"/>
              </a:defRPr>
            </a:lvl1pPr>
            <a:lvl2pPr>
              <a:defRPr sz="1725" b="1">
                <a:solidFill>
                  <a:srgbClr val="172A32"/>
                </a:solidFill>
                <a:latin typeface="Arial"/>
                <a:ea typeface="Arial"/>
                <a:cs typeface="Arial"/>
              </a:defRPr>
            </a:lvl2pPr>
            <a:lvl3pPr>
              <a:defRPr sz="1725" b="1">
                <a:solidFill>
                  <a:srgbClr val="172A32"/>
                </a:solidFill>
                <a:latin typeface="Arial"/>
                <a:ea typeface="Arial"/>
                <a:cs typeface="Arial"/>
              </a:defRPr>
            </a:lvl3pPr>
            <a:lvl4pPr>
              <a:defRPr sz="1725" b="1">
                <a:solidFill>
                  <a:srgbClr val="172A32"/>
                </a:solidFill>
                <a:latin typeface="Arial"/>
                <a:ea typeface="Arial"/>
                <a:cs typeface="Arial"/>
              </a:defRPr>
            </a:lvl4pPr>
            <a:lvl5pPr>
              <a:defRPr sz="1725" b="1">
                <a:solidFill>
                  <a:srgbClr val="172A32"/>
                </a:solidFill>
                <a:latin typeface="Arial"/>
                <a:ea typeface="Arial"/>
                <a:cs typeface="Arial"/>
              </a:defRPr>
            </a:lvl5pPr>
            <a:lvl6pPr>
              <a:defRPr sz="1725" b="1">
                <a:solidFill>
                  <a:srgbClr val="172A32"/>
                </a:solidFill>
                <a:latin typeface="Arial"/>
                <a:ea typeface="Arial"/>
                <a:cs typeface="Arial"/>
              </a:defRPr>
            </a:lvl6pPr>
            <a:lvl7pPr>
              <a:defRPr sz="1725" b="1">
                <a:solidFill>
                  <a:srgbClr val="172A32"/>
                </a:solidFill>
                <a:latin typeface="Arial"/>
                <a:ea typeface="Arial"/>
                <a:cs typeface="Arial"/>
              </a:defRPr>
            </a:lvl7pPr>
            <a:lvl8pPr>
              <a:defRPr sz="1725" b="1">
                <a:solidFill>
                  <a:srgbClr val="172A32"/>
                </a:solidFill>
                <a:latin typeface="Arial"/>
                <a:ea typeface="Arial"/>
                <a:cs typeface="Arial"/>
              </a:defRPr>
            </a:lvl8pPr>
            <a:lvl9pPr>
              <a:defRPr sz="1725" b="1">
                <a:solidFill>
                  <a:srgbClr val="172A32"/>
                </a:solidFill>
                <a:latin typeface="Arial"/>
                <a:ea typeface="Arial"/>
                <a:cs typeface="Arial"/>
              </a:defRPr>
            </a:lvl9pPr>
          </a:lstStyle>
          <a:p xmlns:a="http://schemas.openxmlformats.org/drawingml/2006/main">
            <a:pPr>
              <a:defRPr sz="1725" b="1">
                <a:solidFill>
                  <a:srgbClr val="172A32"/>
                </a:solidFill>
                <a:latin typeface="Arial"/>
                <a:ea typeface="Arial"/>
                <a:cs typeface="Arial"/>
              </a:defRPr>
            </a:pPr>
            <a:r>
              <a:rPr sz="1725" b="1">
                <a:solidFill>
                  <a:srgbClr val="172A32"/>
                </a:solidFill>
                <a:latin typeface="Arial"/>
                <a:ea typeface="Arial"/>
                <a:cs typeface="Arial"/>
              </a:rPr>
              <a:t>Mechanical Design</a:t>
            </a:r>
          </a:p>
        </p:txBody>
      </p:sp>
      <p:sp>
        <p:nvSpPr>
          <p:cNvPr id="22" name="Parts, enclosures and assembli">
            <a:extLst xmlns:a="http://schemas.openxmlformats.org/drawingml/2006/main">
              <a:ext uri="{FF2B5EF4-FFF2-40B4-BE49-F238E27FC236}">
                <a16:creationId xmlns:a16="http://schemas.microsoft.com/office/drawing/2014/main" id="{93A605FD-A5A9-4588-9E95-6406C357D19D}"/>
              </a:ext>
            </a:extLst>
          </p:cNvPr>
          <p:cNvSpPr>
            <a:spLocks xmlns:a="http://schemas.openxmlformats.org/drawingml/2006/main" noGrp="1"/>
          </p:cNvSpPr>
          <p:nvPr/>
        </p:nvSpPr>
        <p:spPr>
          <a:xfrm xmlns:a="http://schemas.openxmlformats.org/drawingml/2006/main">
            <a:off x="2743200" y="3209925"/>
            <a:ext cx="2619375" cy="5143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275" b="0">
                <a:solidFill>
                  <a:srgbClr val="172A32"/>
                </a:solidFill>
                <a:latin typeface="Arial"/>
                <a:ea typeface="Arial"/>
                <a:cs typeface="Arial"/>
              </a:defRPr>
            </a:defPPr>
            <a:lvl1pPr>
              <a:defRPr sz="1275" b="0">
                <a:solidFill>
                  <a:srgbClr val="172A32"/>
                </a:solidFill>
                <a:latin typeface="Arial"/>
                <a:ea typeface="Arial"/>
                <a:cs typeface="Arial"/>
              </a:defRPr>
            </a:lvl1pPr>
            <a:lvl2pPr>
              <a:defRPr sz="1275" b="0">
                <a:solidFill>
                  <a:srgbClr val="172A32"/>
                </a:solidFill>
                <a:latin typeface="Arial"/>
                <a:ea typeface="Arial"/>
                <a:cs typeface="Arial"/>
              </a:defRPr>
            </a:lvl2pPr>
            <a:lvl3pPr>
              <a:defRPr sz="1275" b="0">
                <a:solidFill>
                  <a:srgbClr val="172A32"/>
                </a:solidFill>
                <a:latin typeface="Arial"/>
                <a:ea typeface="Arial"/>
                <a:cs typeface="Arial"/>
              </a:defRPr>
            </a:lvl3pPr>
            <a:lvl4pPr>
              <a:defRPr sz="1275" b="0">
                <a:solidFill>
                  <a:srgbClr val="172A32"/>
                </a:solidFill>
                <a:latin typeface="Arial"/>
                <a:ea typeface="Arial"/>
                <a:cs typeface="Arial"/>
              </a:defRPr>
            </a:lvl4pPr>
            <a:lvl5pPr>
              <a:defRPr sz="1275" b="0">
                <a:solidFill>
                  <a:srgbClr val="172A32"/>
                </a:solidFill>
                <a:latin typeface="Arial"/>
                <a:ea typeface="Arial"/>
                <a:cs typeface="Arial"/>
              </a:defRPr>
            </a:lvl5pPr>
            <a:lvl6pPr>
              <a:defRPr sz="1275" b="0">
                <a:solidFill>
                  <a:srgbClr val="172A32"/>
                </a:solidFill>
                <a:latin typeface="Arial"/>
                <a:ea typeface="Arial"/>
                <a:cs typeface="Arial"/>
              </a:defRPr>
            </a:lvl6pPr>
            <a:lvl7pPr>
              <a:defRPr sz="1275" b="0">
                <a:solidFill>
                  <a:srgbClr val="172A32"/>
                </a:solidFill>
                <a:latin typeface="Arial"/>
                <a:ea typeface="Arial"/>
                <a:cs typeface="Arial"/>
              </a:defRPr>
            </a:lvl7pPr>
            <a:lvl8pPr>
              <a:defRPr sz="1275" b="0">
                <a:solidFill>
                  <a:srgbClr val="172A32"/>
                </a:solidFill>
                <a:latin typeface="Arial"/>
                <a:ea typeface="Arial"/>
                <a:cs typeface="Arial"/>
              </a:defRPr>
            </a:lvl8pPr>
            <a:lvl9pPr>
              <a:defRPr sz="1275" b="0">
                <a:solidFill>
                  <a:srgbClr val="172A32"/>
                </a:solidFill>
                <a:latin typeface="Arial"/>
                <a:ea typeface="Arial"/>
                <a:cs typeface="Arial"/>
              </a:defRPr>
            </a:lvl9pPr>
          </a:lstStyle>
          <a:p xmlns:a="http://schemas.openxmlformats.org/drawingml/2006/main">
            <a:pPr>
              <a:defRPr sz="1275" b="0">
                <a:solidFill>
                  <a:srgbClr val="172A32"/>
                </a:solidFill>
                <a:latin typeface="Arial"/>
                <a:ea typeface="Arial"/>
                <a:cs typeface="Arial"/>
              </a:defRPr>
            </a:pPr>
            <a:r>
              <a:rPr sz="1275" b="0">
                <a:solidFill>
                  <a:srgbClr val="172A32"/>
                </a:solidFill>
                <a:latin typeface="Arial"/>
                <a:ea typeface="Arial"/>
                <a:cs typeface="Arial"/>
              </a:rPr>
              <a:t>Parts, enclosures and assemblies</a:t>
            </a:r>
          </a:p>
          <a:p xmlns:a="http://schemas.openxmlformats.org/drawingml/2006/main">
            <a:pPr>
              <a:defRPr sz="1275" b="0">
                <a:solidFill>
                  <a:srgbClr val="172A32"/>
                </a:solidFill>
                <a:latin typeface="Arial"/>
                <a:ea typeface="Arial"/>
                <a:cs typeface="Arial"/>
              </a:defRPr>
            </a:pPr>
            <a:r>
              <a:rPr sz="1275" b="0">
                <a:solidFill>
                  <a:srgbClr val="172A32"/>
                </a:solidFill>
                <a:latin typeface="Arial"/>
                <a:ea typeface="Arial"/>
                <a:cs typeface="Arial"/>
              </a:rPr>
              <a:t>3D geometry and fit</a:t>
            </a:r>
          </a:p>
        </p:txBody>
      </p:sp>
      <p:sp>
        <p:nvSpPr>
          <p:cNvPr id="23" name="FreeCAD / CAD tools">
            <a:extLst xmlns:a="http://schemas.openxmlformats.org/drawingml/2006/main">
              <a:ext uri="{FF2B5EF4-FFF2-40B4-BE49-F238E27FC236}">
                <a16:creationId xmlns:a16="http://schemas.microsoft.com/office/drawing/2014/main" id="{0AE363F4-8744-426A-85BB-91201EE0DF21}"/>
              </a:ext>
            </a:extLst>
          </p:cNvPr>
          <p:cNvSpPr>
            <a:spLocks xmlns:a="http://schemas.openxmlformats.org/drawingml/2006/main" noGrp="1"/>
          </p:cNvSpPr>
          <p:nvPr/>
        </p:nvSpPr>
        <p:spPr>
          <a:xfrm xmlns:a="http://schemas.openxmlformats.org/drawingml/2006/main">
            <a:off x="2743200" y="3810000"/>
            <a:ext cx="2619375" cy="20955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975" b="0">
                <a:solidFill>
                  <a:srgbClr val="566B75"/>
                </a:solidFill>
                <a:latin typeface="Arial"/>
                <a:ea typeface="Arial"/>
                <a:cs typeface="Arial"/>
              </a:defRPr>
            </a:defPPr>
            <a:lvl1pPr>
              <a:defRPr sz="975" b="0">
                <a:solidFill>
                  <a:srgbClr val="566B75"/>
                </a:solidFill>
                <a:latin typeface="Arial"/>
                <a:ea typeface="Arial"/>
                <a:cs typeface="Arial"/>
              </a:defRPr>
            </a:lvl1pPr>
            <a:lvl2pPr>
              <a:defRPr sz="975" b="0">
                <a:solidFill>
                  <a:srgbClr val="566B75"/>
                </a:solidFill>
                <a:latin typeface="Arial"/>
                <a:ea typeface="Arial"/>
                <a:cs typeface="Arial"/>
              </a:defRPr>
            </a:lvl2pPr>
            <a:lvl3pPr>
              <a:defRPr sz="975" b="0">
                <a:solidFill>
                  <a:srgbClr val="566B75"/>
                </a:solidFill>
                <a:latin typeface="Arial"/>
                <a:ea typeface="Arial"/>
                <a:cs typeface="Arial"/>
              </a:defRPr>
            </a:lvl3pPr>
            <a:lvl4pPr>
              <a:defRPr sz="975" b="0">
                <a:solidFill>
                  <a:srgbClr val="566B75"/>
                </a:solidFill>
                <a:latin typeface="Arial"/>
                <a:ea typeface="Arial"/>
                <a:cs typeface="Arial"/>
              </a:defRPr>
            </a:lvl4pPr>
            <a:lvl5pPr>
              <a:defRPr sz="975" b="0">
                <a:solidFill>
                  <a:srgbClr val="566B75"/>
                </a:solidFill>
                <a:latin typeface="Arial"/>
                <a:ea typeface="Arial"/>
                <a:cs typeface="Arial"/>
              </a:defRPr>
            </a:lvl5pPr>
            <a:lvl6pPr>
              <a:defRPr sz="975" b="0">
                <a:solidFill>
                  <a:srgbClr val="566B75"/>
                </a:solidFill>
                <a:latin typeface="Arial"/>
                <a:ea typeface="Arial"/>
                <a:cs typeface="Arial"/>
              </a:defRPr>
            </a:lvl6pPr>
            <a:lvl7pPr>
              <a:defRPr sz="975" b="0">
                <a:solidFill>
                  <a:srgbClr val="566B75"/>
                </a:solidFill>
                <a:latin typeface="Arial"/>
                <a:ea typeface="Arial"/>
                <a:cs typeface="Arial"/>
              </a:defRPr>
            </a:lvl7pPr>
            <a:lvl8pPr>
              <a:defRPr sz="975" b="0">
                <a:solidFill>
                  <a:srgbClr val="566B75"/>
                </a:solidFill>
                <a:latin typeface="Arial"/>
                <a:ea typeface="Arial"/>
                <a:cs typeface="Arial"/>
              </a:defRPr>
            </a:lvl8pPr>
            <a:lvl9pPr>
              <a:defRPr sz="975" b="0">
                <a:solidFill>
                  <a:srgbClr val="566B75"/>
                </a:solidFill>
                <a:latin typeface="Arial"/>
                <a:ea typeface="Arial"/>
                <a:cs typeface="Arial"/>
              </a:defRPr>
            </a:lvl9pPr>
          </a:lstStyle>
          <a:p xmlns:a="http://schemas.openxmlformats.org/drawingml/2006/main">
            <a:pPr>
              <a:defRPr sz="975" b="0">
                <a:solidFill>
                  <a:srgbClr val="566B75"/>
                </a:solidFill>
                <a:latin typeface="Arial"/>
                <a:ea typeface="Arial"/>
                <a:cs typeface="Arial"/>
              </a:defRPr>
            </a:pPr>
            <a:r>
              <a:rPr sz="975" b="0">
                <a:solidFill>
                  <a:srgbClr val="566B75"/>
                </a:solidFill>
                <a:latin typeface="Arial"/>
                <a:ea typeface="Arial"/>
                <a:cs typeface="Arial"/>
              </a:rPr>
              <a:t>FreeCAD / CAD tools</a:t>
            </a:r>
          </a:p>
        </p:txBody>
      </p:sp>
      <p:sp>
        <p:nvSpPr>
          <p:cNvPr id="24" name="Electronics design">
            <a:extLst xmlns:a="http://schemas.openxmlformats.org/drawingml/2006/main">
              <a:ext uri="{FF2B5EF4-FFF2-40B4-BE49-F238E27FC236}">
                <a16:creationId xmlns:a16="http://schemas.microsoft.com/office/drawing/2014/main" id="{18F6B37A-3A4C-428C-ABF6-02A78E11C0C4}"/>
              </a:ext>
            </a:extLst>
          </p:cNvPr>
          <p:cNvSpPr>
            <a:spLocks xmlns:a="http://schemas.openxmlformats.org/drawingml/2006/main" noGrp="1"/>
          </p:cNvSpPr>
          <p:nvPr/>
        </p:nvSpPr>
        <p:spPr>
          <a:xfrm xmlns:a="http://schemas.openxmlformats.org/drawingml/2006/main">
            <a:off x="5810250" y="2762250"/>
            <a:ext cx="3143250" cy="1314450"/>
          </a:xfrm>
          <a:prstGeom xmlns:a="http://schemas.openxmlformats.org/drawingml/2006/main" prst="rect">
            <a:avLst/>
          </a:prstGeom>
          <a:solidFill xmlns:a="http://schemas.openxmlformats.org/drawingml/2006/main">
            <a:srgbClr val="EDF5EF"/>
          </a:solidFill>
          <a:ln xmlns:a="http://schemas.openxmlformats.org/drawingml/2006/main" w="9525">
            <a:solidFill>
              <a:srgbClr val="B8C7CD"/>
            </a:solidFill>
            <a:prstDash val="solid"/>
          </a:ln>
        </p:spPr>
      </p:sp>
      <p:sp>
        <p:nvSpPr>
          <p:cNvPr id="25" name="Electronics Design">
            <a:extLst xmlns:a="http://schemas.openxmlformats.org/drawingml/2006/main">
              <a:ext uri="{FF2B5EF4-FFF2-40B4-BE49-F238E27FC236}">
                <a16:creationId xmlns:a16="http://schemas.microsoft.com/office/drawing/2014/main" id="{5C7A65EC-F9B1-499E-AAA1-969D95B30F69}"/>
              </a:ext>
            </a:extLst>
          </p:cNvPr>
          <p:cNvSpPr>
            <a:spLocks xmlns:a="http://schemas.openxmlformats.org/drawingml/2006/main" noGrp="1"/>
          </p:cNvSpPr>
          <p:nvPr/>
        </p:nvSpPr>
        <p:spPr>
          <a:xfrm xmlns:a="http://schemas.openxmlformats.org/drawingml/2006/main">
            <a:off x="5981700" y="2905125"/>
            <a:ext cx="28003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725" b="1">
                <a:solidFill>
                  <a:srgbClr val="172A32"/>
                </a:solidFill>
                <a:latin typeface="Arial"/>
                <a:ea typeface="Arial"/>
                <a:cs typeface="Arial"/>
              </a:defRPr>
            </a:defPPr>
            <a:lvl1pPr>
              <a:defRPr sz="1725" b="1">
                <a:solidFill>
                  <a:srgbClr val="172A32"/>
                </a:solidFill>
                <a:latin typeface="Arial"/>
                <a:ea typeface="Arial"/>
                <a:cs typeface="Arial"/>
              </a:defRPr>
            </a:lvl1pPr>
            <a:lvl2pPr>
              <a:defRPr sz="1725" b="1">
                <a:solidFill>
                  <a:srgbClr val="172A32"/>
                </a:solidFill>
                <a:latin typeface="Arial"/>
                <a:ea typeface="Arial"/>
                <a:cs typeface="Arial"/>
              </a:defRPr>
            </a:lvl2pPr>
            <a:lvl3pPr>
              <a:defRPr sz="1725" b="1">
                <a:solidFill>
                  <a:srgbClr val="172A32"/>
                </a:solidFill>
                <a:latin typeface="Arial"/>
                <a:ea typeface="Arial"/>
                <a:cs typeface="Arial"/>
              </a:defRPr>
            </a:lvl3pPr>
            <a:lvl4pPr>
              <a:defRPr sz="1725" b="1">
                <a:solidFill>
                  <a:srgbClr val="172A32"/>
                </a:solidFill>
                <a:latin typeface="Arial"/>
                <a:ea typeface="Arial"/>
                <a:cs typeface="Arial"/>
              </a:defRPr>
            </a:lvl4pPr>
            <a:lvl5pPr>
              <a:defRPr sz="1725" b="1">
                <a:solidFill>
                  <a:srgbClr val="172A32"/>
                </a:solidFill>
                <a:latin typeface="Arial"/>
                <a:ea typeface="Arial"/>
                <a:cs typeface="Arial"/>
              </a:defRPr>
            </a:lvl5pPr>
            <a:lvl6pPr>
              <a:defRPr sz="1725" b="1">
                <a:solidFill>
                  <a:srgbClr val="172A32"/>
                </a:solidFill>
                <a:latin typeface="Arial"/>
                <a:ea typeface="Arial"/>
                <a:cs typeface="Arial"/>
              </a:defRPr>
            </a:lvl6pPr>
            <a:lvl7pPr>
              <a:defRPr sz="1725" b="1">
                <a:solidFill>
                  <a:srgbClr val="172A32"/>
                </a:solidFill>
                <a:latin typeface="Arial"/>
                <a:ea typeface="Arial"/>
                <a:cs typeface="Arial"/>
              </a:defRPr>
            </a:lvl7pPr>
            <a:lvl8pPr>
              <a:defRPr sz="1725" b="1">
                <a:solidFill>
                  <a:srgbClr val="172A32"/>
                </a:solidFill>
                <a:latin typeface="Arial"/>
                <a:ea typeface="Arial"/>
                <a:cs typeface="Arial"/>
              </a:defRPr>
            </a:lvl8pPr>
            <a:lvl9pPr>
              <a:defRPr sz="1725" b="1">
                <a:solidFill>
                  <a:srgbClr val="172A32"/>
                </a:solidFill>
                <a:latin typeface="Arial"/>
                <a:ea typeface="Arial"/>
                <a:cs typeface="Arial"/>
              </a:defRPr>
            </a:lvl9pPr>
          </a:lstStyle>
          <a:p xmlns:a="http://schemas.openxmlformats.org/drawingml/2006/main">
            <a:pPr>
              <a:defRPr sz="1725" b="1">
                <a:solidFill>
                  <a:srgbClr val="172A32"/>
                </a:solidFill>
                <a:latin typeface="Arial"/>
                <a:ea typeface="Arial"/>
                <a:cs typeface="Arial"/>
              </a:defRPr>
            </a:pPr>
            <a:r>
              <a:rPr sz="1725" b="1">
                <a:solidFill>
                  <a:srgbClr val="172A32"/>
                </a:solidFill>
                <a:latin typeface="Arial"/>
                <a:ea typeface="Arial"/>
                <a:cs typeface="Arial"/>
              </a:rPr>
              <a:t>Electronics Design</a:t>
            </a:r>
          </a:p>
        </p:txBody>
      </p:sp>
      <p:sp>
        <p:nvSpPr>
          <p:cNvPr id="26" name="AI PCB: circuit and schematic&#10;">
            <a:extLst xmlns:a="http://schemas.openxmlformats.org/drawingml/2006/main">
              <a:ext uri="{FF2B5EF4-FFF2-40B4-BE49-F238E27FC236}">
                <a16:creationId xmlns:a16="http://schemas.microsoft.com/office/drawing/2014/main" id="{15D944F7-4521-41EA-84F2-EA1BD3BD85C3}"/>
              </a:ext>
            </a:extLst>
          </p:cNvPr>
          <p:cNvSpPr>
            <a:spLocks xmlns:a="http://schemas.openxmlformats.org/drawingml/2006/main" noGrp="1"/>
          </p:cNvSpPr>
          <p:nvPr/>
        </p:nvSpPr>
        <p:spPr>
          <a:xfrm xmlns:a="http://schemas.openxmlformats.org/drawingml/2006/main">
            <a:off x="5981700" y="3181350"/>
            <a:ext cx="2800350" cy="6381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275" b="0">
                <a:solidFill>
                  <a:srgbClr val="172A32"/>
                </a:solidFill>
                <a:latin typeface="Arial"/>
                <a:ea typeface="Arial"/>
                <a:cs typeface="Arial"/>
              </a:defRPr>
            </a:defPPr>
            <a:lvl1pPr>
              <a:defRPr sz="1275" b="0">
                <a:solidFill>
                  <a:srgbClr val="172A32"/>
                </a:solidFill>
                <a:latin typeface="Arial"/>
                <a:ea typeface="Arial"/>
                <a:cs typeface="Arial"/>
              </a:defRPr>
            </a:lvl1pPr>
            <a:lvl2pPr>
              <a:defRPr sz="1275" b="0">
                <a:solidFill>
                  <a:srgbClr val="172A32"/>
                </a:solidFill>
                <a:latin typeface="Arial"/>
                <a:ea typeface="Arial"/>
                <a:cs typeface="Arial"/>
              </a:defRPr>
            </a:lvl2pPr>
            <a:lvl3pPr>
              <a:defRPr sz="1275" b="0">
                <a:solidFill>
                  <a:srgbClr val="172A32"/>
                </a:solidFill>
                <a:latin typeface="Arial"/>
                <a:ea typeface="Arial"/>
                <a:cs typeface="Arial"/>
              </a:defRPr>
            </a:lvl3pPr>
            <a:lvl4pPr>
              <a:defRPr sz="1275" b="0">
                <a:solidFill>
                  <a:srgbClr val="172A32"/>
                </a:solidFill>
                <a:latin typeface="Arial"/>
                <a:ea typeface="Arial"/>
                <a:cs typeface="Arial"/>
              </a:defRPr>
            </a:lvl4pPr>
            <a:lvl5pPr>
              <a:defRPr sz="1275" b="0">
                <a:solidFill>
                  <a:srgbClr val="172A32"/>
                </a:solidFill>
                <a:latin typeface="Arial"/>
                <a:ea typeface="Arial"/>
                <a:cs typeface="Arial"/>
              </a:defRPr>
            </a:lvl5pPr>
            <a:lvl6pPr>
              <a:defRPr sz="1275" b="0">
                <a:solidFill>
                  <a:srgbClr val="172A32"/>
                </a:solidFill>
                <a:latin typeface="Arial"/>
                <a:ea typeface="Arial"/>
                <a:cs typeface="Arial"/>
              </a:defRPr>
            </a:lvl6pPr>
            <a:lvl7pPr>
              <a:defRPr sz="1275" b="0">
                <a:solidFill>
                  <a:srgbClr val="172A32"/>
                </a:solidFill>
                <a:latin typeface="Arial"/>
                <a:ea typeface="Arial"/>
                <a:cs typeface="Arial"/>
              </a:defRPr>
            </a:lvl7pPr>
            <a:lvl8pPr>
              <a:defRPr sz="1275" b="0">
                <a:solidFill>
                  <a:srgbClr val="172A32"/>
                </a:solidFill>
                <a:latin typeface="Arial"/>
                <a:ea typeface="Arial"/>
                <a:cs typeface="Arial"/>
              </a:defRPr>
            </a:lvl8pPr>
            <a:lvl9pPr>
              <a:defRPr sz="1275" b="0">
                <a:solidFill>
                  <a:srgbClr val="172A32"/>
                </a:solidFill>
                <a:latin typeface="Arial"/>
                <a:ea typeface="Arial"/>
                <a:cs typeface="Arial"/>
              </a:defRPr>
            </a:lvl9pPr>
          </a:lstStyle>
          <a:p xmlns:a="http://schemas.openxmlformats.org/drawingml/2006/main">
            <a:pPr>
              <a:defRPr sz="1275" b="0">
                <a:solidFill>
                  <a:srgbClr val="172A32"/>
                </a:solidFill>
                <a:latin typeface="Arial"/>
                <a:ea typeface="Arial"/>
                <a:cs typeface="Arial"/>
              </a:defRPr>
            </a:pPr>
            <a:r>
              <a:rPr sz="1275" b="0">
                <a:solidFill>
                  <a:srgbClr val="172A32"/>
                </a:solidFill>
                <a:latin typeface="Arial"/>
                <a:ea typeface="Arial"/>
                <a:cs typeface="Arial"/>
              </a:rPr>
              <a:t>AI PCB: circuit and schematic</a:t>
            </a:r>
          </a:p>
          <a:p xmlns:a="http://schemas.openxmlformats.org/drawingml/2006/main">
            <a:pPr>
              <a:defRPr sz="1275" b="0">
                <a:solidFill>
                  <a:srgbClr val="172A32"/>
                </a:solidFill>
                <a:latin typeface="Arial"/>
                <a:ea typeface="Arial"/>
                <a:cs typeface="Arial"/>
              </a:defRPr>
            </a:pPr>
            <a:r>
              <a:rPr sz="1275" b="0">
                <a:solidFill>
                  <a:srgbClr val="172A32"/>
                </a:solidFill>
                <a:latin typeface="Arial"/>
                <a:ea typeface="Arial"/>
                <a:cs typeface="Arial"/>
              </a:rPr>
              <a:t>Component placement</a:t>
            </a:r>
          </a:p>
          <a:p xmlns:a="http://schemas.openxmlformats.org/drawingml/2006/main">
            <a:pPr>
              <a:defRPr sz="1275" b="0">
                <a:solidFill>
                  <a:srgbClr val="172A32"/>
                </a:solidFill>
                <a:latin typeface="Arial"/>
                <a:ea typeface="Arial"/>
                <a:cs typeface="Arial"/>
              </a:defRPr>
            </a:pPr>
            <a:r>
              <a:rPr sz="1275" b="0">
                <a:solidFill>
                  <a:srgbClr val="172A32"/>
                </a:solidFill>
                <a:latin typeface="Arial"/>
                <a:ea typeface="Arial"/>
                <a:cs typeface="Arial"/>
              </a:rPr>
              <a:t>Copper routing and 3D board</a:t>
            </a:r>
          </a:p>
        </p:txBody>
      </p:sp>
      <p:sp>
        <p:nvSpPr>
          <p:cNvPr id="27" name="KiCad / PCB design tools">
            <a:extLst xmlns:a="http://schemas.openxmlformats.org/drawingml/2006/main">
              <a:ext uri="{FF2B5EF4-FFF2-40B4-BE49-F238E27FC236}">
                <a16:creationId xmlns:a16="http://schemas.microsoft.com/office/drawing/2014/main" id="{E64A27FE-6095-4728-9F4E-A5F86F37ED76}"/>
              </a:ext>
            </a:extLst>
          </p:cNvPr>
          <p:cNvSpPr>
            <a:spLocks xmlns:a="http://schemas.openxmlformats.org/drawingml/2006/main" noGrp="1"/>
          </p:cNvSpPr>
          <p:nvPr/>
        </p:nvSpPr>
        <p:spPr>
          <a:xfrm xmlns:a="http://schemas.openxmlformats.org/drawingml/2006/main">
            <a:off x="5981700" y="3848100"/>
            <a:ext cx="2800350" cy="190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975" b="0">
                <a:solidFill>
                  <a:srgbClr val="566B75"/>
                </a:solidFill>
                <a:latin typeface="Arial"/>
                <a:ea typeface="Arial"/>
                <a:cs typeface="Arial"/>
              </a:defRPr>
            </a:defPPr>
            <a:lvl1pPr>
              <a:defRPr sz="975" b="0">
                <a:solidFill>
                  <a:srgbClr val="566B75"/>
                </a:solidFill>
                <a:latin typeface="Arial"/>
                <a:ea typeface="Arial"/>
                <a:cs typeface="Arial"/>
              </a:defRPr>
            </a:lvl1pPr>
            <a:lvl2pPr>
              <a:defRPr sz="975" b="0">
                <a:solidFill>
                  <a:srgbClr val="566B75"/>
                </a:solidFill>
                <a:latin typeface="Arial"/>
                <a:ea typeface="Arial"/>
                <a:cs typeface="Arial"/>
              </a:defRPr>
            </a:lvl2pPr>
            <a:lvl3pPr>
              <a:defRPr sz="975" b="0">
                <a:solidFill>
                  <a:srgbClr val="566B75"/>
                </a:solidFill>
                <a:latin typeface="Arial"/>
                <a:ea typeface="Arial"/>
                <a:cs typeface="Arial"/>
              </a:defRPr>
            </a:lvl3pPr>
            <a:lvl4pPr>
              <a:defRPr sz="975" b="0">
                <a:solidFill>
                  <a:srgbClr val="566B75"/>
                </a:solidFill>
                <a:latin typeface="Arial"/>
                <a:ea typeface="Arial"/>
                <a:cs typeface="Arial"/>
              </a:defRPr>
            </a:lvl4pPr>
            <a:lvl5pPr>
              <a:defRPr sz="975" b="0">
                <a:solidFill>
                  <a:srgbClr val="566B75"/>
                </a:solidFill>
                <a:latin typeface="Arial"/>
                <a:ea typeface="Arial"/>
                <a:cs typeface="Arial"/>
              </a:defRPr>
            </a:lvl5pPr>
            <a:lvl6pPr>
              <a:defRPr sz="975" b="0">
                <a:solidFill>
                  <a:srgbClr val="566B75"/>
                </a:solidFill>
                <a:latin typeface="Arial"/>
                <a:ea typeface="Arial"/>
                <a:cs typeface="Arial"/>
              </a:defRPr>
            </a:lvl6pPr>
            <a:lvl7pPr>
              <a:defRPr sz="975" b="0">
                <a:solidFill>
                  <a:srgbClr val="566B75"/>
                </a:solidFill>
                <a:latin typeface="Arial"/>
                <a:ea typeface="Arial"/>
                <a:cs typeface="Arial"/>
              </a:defRPr>
            </a:lvl7pPr>
            <a:lvl8pPr>
              <a:defRPr sz="975" b="0">
                <a:solidFill>
                  <a:srgbClr val="566B75"/>
                </a:solidFill>
                <a:latin typeface="Arial"/>
                <a:ea typeface="Arial"/>
                <a:cs typeface="Arial"/>
              </a:defRPr>
            </a:lvl8pPr>
            <a:lvl9pPr>
              <a:defRPr sz="975" b="0">
                <a:solidFill>
                  <a:srgbClr val="566B75"/>
                </a:solidFill>
                <a:latin typeface="Arial"/>
                <a:ea typeface="Arial"/>
                <a:cs typeface="Arial"/>
              </a:defRPr>
            </a:lvl9pPr>
          </a:lstStyle>
          <a:p xmlns:a="http://schemas.openxmlformats.org/drawingml/2006/main">
            <a:pPr>
              <a:defRPr sz="975" b="0">
                <a:solidFill>
                  <a:srgbClr val="566B75"/>
                </a:solidFill>
                <a:latin typeface="Arial"/>
                <a:ea typeface="Arial"/>
                <a:cs typeface="Arial"/>
              </a:defRPr>
            </a:pPr>
            <a:r>
              <a:rPr sz="975" b="0">
                <a:solidFill>
                  <a:srgbClr val="566B75"/>
                </a:solidFill>
                <a:latin typeface="Arial"/>
                <a:ea typeface="Arial"/>
                <a:cs typeface="Arial"/>
              </a:rPr>
              <a:t>KiCad / PCB design tools</a:t>
            </a:r>
          </a:p>
        </p:txBody>
      </p:sp>
      <p:sp>
        <p:nvSpPr>
          <p:cNvPr id="28" name="Verification">
            <a:extLst xmlns:a="http://schemas.openxmlformats.org/drawingml/2006/main">
              <a:ext uri="{FF2B5EF4-FFF2-40B4-BE49-F238E27FC236}">
                <a16:creationId xmlns:a16="http://schemas.microsoft.com/office/drawing/2014/main" id="{949FDA65-BC7F-4AAD-A123-D319F3E5A865}"/>
              </a:ext>
            </a:extLst>
          </p:cNvPr>
          <p:cNvSpPr>
            <a:spLocks xmlns:a="http://schemas.openxmlformats.org/drawingml/2006/main" noGrp="1"/>
          </p:cNvSpPr>
          <p:nvPr/>
        </p:nvSpPr>
        <p:spPr>
          <a:xfrm xmlns:a="http://schemas.openxmlformats.org/drawingml/2006/main">
            <a:off x="2571750" y="4448175"/>
            <a:ext cx="6381750" cy="628650"/>
          </a:xfrm>
          <a:prstGeom xmlns:a="http://schemas.openxmlformats.org/drawingml/2006/main" prst="rect">
            <a:avLst/>
          </a:prstGeom>
          <a:solidFill xmlns:a="http://schemas.openxmlformats.org/drawingml/2006/main">
            <a:srgbClr val="EAF3F8"/>
          </a:solidFill>
          <a:ln xmlns:a="http://schemas.openxmlformats.org/drawingml/2006/main" w="9525">
            <a:solidFill>
              <a:srgbClr val="B8C7CD"/>
            </a:solidFill>
            <a:prstDash val="solid"/>
          </a:ln>
        </p:spPr>
      </p:sp>
      <p:sp>
        <p:nvSpPr>
          <p:cNvPr id="29" name="Simulation &amp; checks">
            <a:extLst xmlns:a="http://schemas.openxmlformats.org/drawingml/2006/main">
              <a:ext uri="{FF2B5EF4-FFF2-40B4-BE49-F238E27FC236}">
                <a16:creationId xmlns:a16="http://schemas.microsoft.com/office/drawing/2014/main" id="{7F11BB68-A856-4D35-AD4A-653DC8149CA2}"/>
              </a:ext>
            </a:extLst>
          </p:cNvPr>
          <p:cNvSpPr>
            <a:spLocks xmlns:a="http://schemas.openxmlformats.org/drawingml/2006/main" noGrp="1"/>
          </p:cNvSpPr>
          <p:nvPr/>
        </p:nvSpPr>
        <p:spPr>
          <a:xfrm xmlns:a="http://schemas.openxmlformats.org/drawingml/2006/main">
            <a:off x="2743200" y="4591050"/>
            <a:ext cx="60388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725" b="1">
                <a:solidFill>
                  <a:srgbClr val="172A32"/>
                </a:solidFill>
                <a:latin typeface="Arial"/>
                <a:ea typeface="Arial"/>
                <a:cs typeface="Arial"/>
              </a:defRPr>
            </a:defPPr>
            <a:lvl1pPr>
              <a:defRPr sz="1725" b="1">
                <a:solidFill>
                  <a:srgbClr val="172A32"/>
                </a:solidFill>
                <a:latin typeface="Arial"/>
                <a:ea typeface="Arial"/>
                <a:cs typeface="Arial"/>
              </a:defRPr>
            </a:lvl1pPr>
            <a:lvl2pPr>
              <a:defRPr sz="1725" b="1">
                <a:solidFill>
                  <a:srgbClr val="172A32"/>
                </a:solidFill>
                <a:latin typeface="Arial"/>
                <a:ea typeface="Arial"/>
                <a:cs typeface="Arial"/>
              </a:defRPr>
            </a:lvl2pPr>
            <a:lvl3pPr>
              <a:defRPr sz="1725" b="1">
                <a:solidFill>
                  <a:srgbClr val="172A32"/>
                </a:solidFill>
                <a:latin typeface="Arial"/>
                <a:ea typeface="Arial"/>
                <a:cs typeface="Arial"/>
              </a:defRPr>
            </a:lvl3pPr>
            <a:lvl4pPr>
              <a:defRPr sz="1725" b="1">
                <a:solidFill>
                  <a:srgbClr val="172A32"/>
                </a:solidFill>
                <a:latin typeface="Arial"/>
                <a:ea typeface="Arial"/>
                <a:cs typeface="Arial"/>
              </a:defRPr>
            </a:lvl4pPr>
            <a:lvl5pPr>
              <a:defRPr sz="1725" b="1">
                <a:solidFill>
                  <a:srgbClr val="172A32"/>
                </a:solidFill>
                <a:latin typeface="Arial"/>
                <a:ea typeface="Arial"/>
                <a:cs typeface="Arial"/>
              </a:defRPr>
            </a:lvl5pPr>
            <a:lvl6pPr>
              <a:defRPr sz="1725" b="1">
                <a:solidFill>
                  <a:srgbClr val="172A32"/>
                </a:solidFill>
                <a:latin typeface="Arial"/>
                <a:ea typeface="Arial"/>
                <a:cs typeface="Arial"/>
              </a:defRPr>
            </a:lvl6pPr>
            <a:lvl7pPr>
              <a:defRPr sz="1725" b="1">
                <a:solidFill>
                  <a:srgbClr val="172A32"/>
                </a:solidFill>
                <a:latin typeface="Arial"/>
                <a:ea typeface="Arial"/>
                <a:cs typeface="Arial"/>
              </a:defRPr>
            </a:lvl7pPr>
            <a:lvl8pPr>
              <a:defRPr sz="1725" b="1">
                <a:solidFill>
                  <a:srgbClr val="172A32"/>
                </a:solidFill>
                <a:latin typeface="Arial"/>
                <a:ea typeface="Arial"/>
                <a:cs typeface="Arial"/>
              </a:defRPr>
            </a:lvl8pPr>
            <a:lvl9pPr>
              <a:defRPr sz="1725" b="1">
                <a:solidFill>
                  <a:srgbClr val="172A32"/>
                </a:solidFill>
                <a:latin typeface="Arial"/>
                <a:ea typeface="Arial"/>
                <a:cs typeface="Arial"/>
              </a:defRPr>
            </a:lvl9pPr>
          </a:lstStyle>
          <a:p xmlns:a="http://schemas.openxmlformats.org/drawingml/2006/main">
            <a:pPr>
              <a:defRPr sz="1725" b="1">
                <a:solidFill>
                  <a:srgbClr val="172A32"/>
                </a:solidFill>
                <a:latin typeface="Arial"/>
                <a:ea typeface="Arial"/>
                <a:cs typeface="Arial"/>
              </a:defRPr>
            </a:pPr>
            <a:r>
              <a:rPr sz="1725" b="1">
                <a:solidFill>
                  <a:srgbClr val="172A32"/>
                </a:solidFill>
                <a:latin typeface="Arial"/>
                <a:ea typeface="Arial"/>
                <a:cs typeface="Arial"/>
              </a:rPr>
              <a:t>Simulation &amp; checks</a:t>
            </a:r>
          </a:p>
        </p:txBody>
      </p:sp>
      <p:sp>
        <p:nvSpPr>
          <p:cNvPr id="30" name="Electrical rules, geometry, ph">
            <a:extLst xmlns:a="http://schemas.openxmlformats.org/drawingml/2006/main">
              <a:ext uri="{FF2B5EF4-FFF2-40B4-BE49-F238E27FC236}">
                <a16:creationId xmlns:a16="http://schemas.microsoft.com/office/drawing/2014/main" id="{FB3F02CA-3B38-4C42-BB28-750B226604A0}"/>
              </a:ext>
            </a:extLst>
          </p:cNvPr>
          <p:cNvSpPr>
            <a:spLocks xmlns:a="http://schemas.openxmlformats.org/drawingml/2006/main" noGrp="1"/>
          </p:cNvSpPr>
          <p:nvPr/>
        </p:nvSpPr>
        <p:spPr>
          <a:xfrm xmlns:a="http://schemas.openxmlformats.org/drawingml/2006/main">
            <a:off x="2743200" y="4800600"/>
            <a:ext cx="6038850" cy="2286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200" b="0">
                <a:solidFill>
                  <a:srgbClr val="172A32"/>
                </a:solidFill>
                <a:latin typeface="Arial"/>
                <a:ea typeface="Arial"/>
                <a:cs typeface="Arial"/>
              </a:defRPr>
            </a:defPPr>
            <a:lvl1pPr>
              <a:defRPr sz="1200" b="0">
                <a:solidFill>
                  <a:srgbClr val="172A32"/>
                </a:solidFill>
                <a:latin typeface="Arial"/>
                <a:ea typeface="Arial"/>
                <a:cs typeface="Arial"/>
              </a:defRPr>
            </a:lvl1pPr>
            <a:lvl2pPr>
              <a:defRPr sz="1200" b="0">
                <a:solidFill>
                  <a:srgbClr val="172A32"/>
                </a:solidFill>
                <a:latin typeface="Arial"/>
                <a:ea typeface="Arial"/>
                <a:cs typeface="Arial"/>
              </a:defRPr>
            </a:lvl2pPr>
            <a:lvl3pPr>
              <a:defRPr sz="1200" b="0">
                <a:solidFill>
                  <a:srgbClr val="172A32"/>
                </a:solidFill>
                <a:latin typeface="Arial"/>
                <a:ea typeface="Arial"/>
                <a:cs typeface="Arial"/>
              </a:defRPr>
            </a:lvl3pPr>
            <a:lvl4pPr>
              <a:defRPr sz="1200" b="0">
                <a:solidFill>
                  <a:srgbClr val="172A32"/>
                </a:solidFill>
                <a:latin typeface="Arial"/>
                <a:ea typeface="Arial"/>
                <a:cs typeface="Arial"/>
              </a:defRPr>
            </a:lvl4pPr>
            <a:lvl5pPr>
              <a:defRPr sz="1200" b="0">
                <a:solidFill>
                  <a:srgbClr val="172A32"/>
                </a:solidFill>
                <a:latin typeface="Arial"/>
                <a:ea typeface="Arial"/>
                <a:cs typeface="Arial"/>
              </a:defRPr>
            </a:lvl5pPr>
            <a:lvl6pPr>
              <a:defRPr sz="1200" b="0">
                <a:solidFill>
                  <a:srgbClr val="172A32"/>
                </a:solidFill>
                <a:latin typeface="Arial"/>
                <a:ea typeface="Arial"/>
                <a:cs typeface="Arial"/>
              </a:defRPr>
            </a:lvl6pPr>
            <a:lvl7pPr>
              <a:defRPr sz="1200" b="0">
                <a:solidFill>
                  <a:srgbClr val="172A32"/>
                </a:solidFill>
                <a:latin typeface="Arial"/>
                <a:ea typeface="Arial"/>
                <a:cs typeface="Arial"/>
              </a:defRPr>
            </a:lvl7pPr>
            <a:lvl8pPr>
              <a:defRPr sz="1200" b="0">
                <a:solidFill>
                  <a:srgbClr val="172A32"/>
                </a:solidFill>
                <a:latin typeface="Arial"/>
                <a:ea typeface="Arial"/>
                <a:cs typeface="Arial"/>
              </a:defRPr>
            </a:lvl8pPr>
            <a:lvl9pPr>
              <a:defRPr sz="1200" b="0">
                <a:solidFill>
                  <a:srgbClr val="172A32"/>
                </a:solidFill>
                <a:latin typeface="Arial"/>
                <a:ea typeface="Arial"/>
                <a:cs typeface="Arial"/>
              </a:defRPr>
            </a:lvl9pPr>
          </a:lstStyle>
          <a:p xmlns:a="http://schemas.openxmlformats.org/drawingml/2006/main">
            <a:pPr>
              <a:defRPr sz="1200" b="0">
                <a:solidFill>
                  <a:srgbClr val="172A32"/>
                </a:solidFill>
                <a:latin typeface="Arial"/>
                <a:ea typeface="Arial"/>
                <a:cs typeface="Arial"/>
              </a:defRPr>
            </a:pPr>
            <a:r>
              <a:rPr sz="1200" b="0">
                <a:solidFill>
                  <a:srgbClr val="172A32"/>
                </a:solidFill>
                <a:latin typeface="Arial"/>
                <a:ea typeface="Arial"/>
                <a:cs typeface="Arial"/>
              </a:rPr>
              <a:t>Electrical rules, geometry, physics and manufacturing constraints</a:t>
            </a:r>
          </a:p>
        </p:txBody>
      </p:sp>
      <p:sp>
        <p:nvSpPr>
          <p:cNvPr id="31" name="Build files">
            <a:extLst xmlns:a="http://schemas.openxmlformats.org/drawingml/2006/main">
              <a:ext uri="{FF2B5EF4-FFF2-40B4-BE49-F238E27FC236}">
                <a16:creationId xmlns:a16="http://schemas.microsoft.com/office/drawing/2014/main" id="{923FABDC-5C48-4633-828B-AEB703F07704}"/>
              </a:ext>
            </a:extLst>
          </p:cNvPr>
          <p:cNvSpPr>
            <a:spLocks xmlns:a="http://schemas.openxmlformats.org/drawingml/2006/main" noGrp="1"/>
          </p:cNvSpPr>
          <p:nvPr/>
        </p:nvSpPr>
        <p:spPr>
          <a:xfrm xmlns:a="http://schemas.openxmlformats.org/drawingml/2006/main">
            <a:off x="2571750" y="5362575"/>
            <a:ext cx="6381750" cy="619125"/>
          </a:xfrm>
          <a:prstGeom xmlns:a="http://schemas.openxmlformats.org/drawingml/2006/main" prst="rect">
            <a:avLst/>
          </a:prstGeom>
          <a:solidFill xmlns:a="http://schemas.openxmlformats.org/drawingml/2006/main">
            <a:srgbClr val="F7F4EF"/>
          </a:solidFill>
          <a:ln xmlns:a="http://schemas.openxmlformats.org/drawingml/2006/main" w="9525">
            <a:solidFill>
              <a:srgbClr val="B8C7CD"/>
            </a:solidFill>
            <a:prstDash val="solid"/>
          </a:ln>
        </p:spPr>
      </p:sp>
      <p:sp>
        <p:nvSpPr>
          <p:cNvPr id="32" name="Build files">
            <a:extLst xmlns:a="http://schemas.openxmlformats.org/drawingml/2006/main">
              <a:ext uri="{FF2B5EF4-FFF2-40B4-BE49-F238E27FC236}">
                <a16:creationId xmlns:a16="http://schemas.microsoft.com/office/drawing/2014/main" id="{3BC172A1-C84B-4539-A2BE-0D97A62FA3DD}"/>
              </a:ext>
            </a:extLst>
          </p:cNvPr>
          <p:cNvSpPr>
            <a:spLocks xmlns:a="http://schemas.openxmlformats.org/drawingml/2006/main" noGrp="1"/>
          </p:cNvSpPr>
          <p:nvPr/>
        </p:nvSpPr>
        <p:spPr>
          <a:xfrm xmlns:a="http://schemas.openxmlformats.org/drawingml/2006/main">
            <a:off x="2743200" y="5505450"/>
            <a:ext cx="603885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725" b="1">
                <a:solidFill>
                  <a:srgbClr val="172A32"/>
                </a:solidFill>
                <a:latin typeface="Arial"/>
                <a:ea typeface="Arial"/>
                <a:cs typeface="Arial"/>
              </a:defRPr>
            </a:defPPr>
            <a:lvl1pPr>
              <a:defRPr sz="1725" b="1">
                <a:solidFill>
                  <a:srgbClr val="172A32"/>
                </a:solidFill>
                <a:latin typeface="Arial"/>
                <a:ea typeface="Arial"/>
                <a:cs typeface="Arial"/>
              </a:defRPr>
            </a:lvl1pPr>
            <a:lvl2pPr>
              <a:defRPr sz="1725" b="1">
                <a:solidFill>
                  <a:srgbClr val="172A32"/>
                </a:solidFill>
                <a:latin typeface="Arial"/>
                <a:ea typeface="Arial"/>
                <a:cs typeface="Arial"/>
              </a:defRPr>
            </a:lvl2pPr>
            <a:lvl3pPr>
              <a:defRPr sz="1725" b="1">
                <a:solidFill>
                  <a:srgbClr val="172A32"/>
                </a:solidFill>
                <a:latin typeface="Arial"/>
                <a:ea typeface="Arial"/>
                <a:cs typeface="Arial"/>
              </a:defRPr>
            </a:lvl3pPr>
            <a:lvl4pPr>
              <a:defRPr sz="1725" b="1">
                <a:solidFill>
                  <a:srgbClr val="172A32"/>
                </a:solidFill>
                <a:latin typeface="Arial"/>
                <a:ea typeface="Arial"/>
                <a:cs typeface="Arial"/>
              </a:defRPr>
            </a:lvl4pPr>
            <a:lvl5pPr>
              <a:defRPr sz="1725" b="1">
                <a:solidFill>
                  <a:srgbClr val="172A32"/>
                </a:solidFill>
                <a:latin typeface="Arial"/>
                <a:ea typeface="Arial"/>
                <a:cs typeface="Arial"/>
              </a:defRPr>
            </a:lvl5pPr>
            <a:lvl6pPr>
              <a:defRPr sz="1725" b="1">
                <a:solidFill>
                  <a:srgbClr val="172A32"/>
                </a:solidFill>
                <a:latin typeface="Arial"/>
                <a:ea typeface="Arial"/>
                <a:cs typeface="Arial"/>
              </a:defRPr>
            </a:lvl6pPr>
            <a:lvl7pPr>
              <a:defRPr sz="1725" b="1">
                <a:solidFill>
                  <a:srgbClr val="172A32"/>
                </a:solidFill>
                <a:latin typeface="Arial"/>
                <a:ea typeface="Arial"/>
                <a:cs typeface="Arial"/>
              </a:defRPr>
            </a:lvl7pPr>
            <a:lvl8pPr>
              <a:defRPr sz="1725" b="1">
                <a:solidFill>
                  <a:srgbClr val="172A32"/>
                </a:solidFill>
                <a:latin typeface="Arial"/>
                <a:ea typeface="Arial"/>
                <a:cs typeface="Arial"/>
              </a:defRPr>
            </a:lvl8pPr>
            <a:lvl9pPr>
              <a:defRPr sz="1725" b="1">
                <a:solidFill>
                  <a:srgbClr val="172A32"/>
                </a:solidFill>
                <a:latin typeface="Arial"/>
                <a:ea typeface="Arial"/>
                <a:cs typeface="Arial"/>
              </a:defRPr>
            </a:lvl9pPr>
          </a:lstStyle>
          <a:p xmlns:a="http://schemas.openxmlformats.org/drawingml/2006/main">
            <a:pPr>
              <a:defRPr sz="1725" b="1">
                <a:solidFill>
                  <a:srgbClr val="172A32"/>
                </a:solidFill>
                <a:latin typeface="Arial"/>
                <a:ea typeface="Arial"/>
                <a:cs typeface="Arial"/>
              </a:defRPr>
            </a:pPr>
            <a:r>
              <a:rPr sz="1725" b="1">
                <a:solidFill>
                  <a:srgbClr val="172A32"/>
                </a:solidFill>
                <a:latin typeface="Arial"/>
                <a:ea typeface="Arial"/>
                <a:cs typeface="Arial"/>
              </a:rPr>
              <a:t>Build files</a:t>
            </a:r>
          </a:p>
        </p:txBody>
      </p:sp>
      <p:sp>
        <p:nvSpPr>
          <p:cNvPr id="33" name="PCB fabrication files, 3D-prin">
            <a:extLst xmlns:a="http://schemas.openxmlformats.org/drawingml/2006/main">
              <a:ext uri="{FF2B5EF4-FFF2-40B4-BE49-F238E27FC236}">
                <a16:creationId xmlns:a16="http://schemas.microsoft.com/office/drawing/2014/main" id="{301F88A4-1460-4AF6-BF98-7BD772B63E4D}"/>
              </a:ext>
            </a:extLst>
          </p:cNvPr>
          <p:cNvSpPr>
            <a:spLocks xmlns:a="http://schemas.openxmlformats.org/drawingml/2006/main" noGrp="1"/>
          </p:cNvSpPr>
          <p:nvPr/>
        </p:nvSpPr>
        <p:spPr>
          <a:xfrm xmlns:a="http://schemas.openxmlformats.org/drawingml/2006/main">
            <a:off x="2743200" y="5715000"/>
            <a:ext cx="6038850" cy="21907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200" b="0">
                <a:solidFill>
                  <a:srgbClr val="172A32"/>
                </a:solidFill>
                <a:latin typeface="Arial"/>
                <a:ea typeface="Arial"/>
                <a:cs typeface="Arial"/>
              </a:defRPr>
            </a:defPPr>
            <a:lvl1pPr>
              <a:defRPr sz="1200" b="0">
                <a:solidFill>
                  <a:srgbClr val="172A32"/>
                </a:solidFill>
                <a:latin typeface="Arial"/>
                <a:ea typeface="Arial"/>
                <a:cs typeface="Arial"/>
              </a:defRPr>
            </a:lvl1pPr>
            <a:lvl2pPr>
              <a:defRPr sz="1200" b="0">
                <a:solidFill>
                  <a:srgbClr val="172A32"/>
                </a:solidFill>
                <a:latin typeface="Arial"/>
                <a:ea typeface="Arial"/>
                <a:cs typeface="Arial"/>
              </a:defRPr>
            </a:lvl2pPr>
            <a:lvl3pPr>
              <a:defRPr sz="1200" b="0">
                <a:solidFill>
                  <a:srgbClr val="172A32"/>
                </a:solidFill>
                <a:latin typeface="Arial"/>
                <a:ea typeface="Arial"/>
                <a:cs typeface="Arial"/>
              </a:defRPr>
            </a:lvl3pPr>
            <a:lvl4pPr>
              <a:defRPr sz="1200" b="0">
                <a:solidFill>
                  <a:srgbClr val="172A32"/>
                </a:solidFill>
                <a:latin typeface="Arial"/>
                <a:ea typeface="Arial"/>
                <a:cs typeface="Arial"/>
              </a:defRPr>
            </a:lvl4pPr>
            <a:lvl5pPr>
              <a:defRPr sz="1200" b="0">
                <a:solidFill>
                  <a:srgbClr val="172A32"/>
                </a:solidFill>
                <a:latin typeface="Arial"/>
                <a:ea typeface="Arial"/>
                <a:cs typeface="Arial"/>
              </a:defRPr>
            </a:lvl5pPr>
            <a:lvl6pPr>
              <a:defRPr sz="1200" b="0">
                <a:solidFill>
                  <a:srgbClr val="172A32"/>
                </a:solidFill>
                <a:latin typeface="Arial"/>
                <a:ea typeface="Arial"/>
                <a:cs typeface="Arial"/>
              </a:defRPr>
            </a:lvl6pPr>
            <a:lvl7pPr>
              <a:defRPr sz="1200" b="0">
                <a:solidFill>
                  <a:srgbClr val="172A32"/>
                </a:solidFill>
                <a:latin typeface="Arial"/>
                <a:ea typeface="Arial"/>
                <a:cs typeface="Arial"/>
              </a:defRPr>
            </a:lvl7pPr>
            <a:lvl8pPr>
              <a:defRPr sz="1200" b="0">
                <a:solidFill>
                  <a:srgbClr val="172A32"/>
                </a:solidFill>
                <a:latin typeface="Arial"/>
                <a:ea typeface="Arial"/>
                <a:cs typeface="Arial"/>
              </a:defRPr>
            </a:lvl8pPr>
            <a:lvl9pPr>
              <a:defRPr sz="1200" b="0">
                <a:solidFill>
                  <a:srgbClr val="172A32"/>
                </a:solidFill>
                <a:latin typeface="Arial"/>
                <a:ea typeface="Arial"/>
                <a:cs typeface="Arial"/>
              </a:defRPr>
            </a:lvl9pPr>
          </a:lstStyle>
          <a:p xmlns:a="http://schemas.openxmlformats.org/drawingml/2006/main">
            <a:pPr>
              <a:defRPr sz="1200" b="0">
                <a:solidFill>
                  <a:srgbClr val="172A32"/>
                </a:solidFill>
                <a:latin typeface="Arial"/>
                <a:ea typeface="Arial"/>
                <a:cs typeface="Arial"/>
              </a:defRPr>
            </a:pPr>
            <a:r>
              <a:rPr sz="1200" b="0">
                <a:solidFill>
                  <a:srgbClr val="172A32"/>
                </a:solidFill>
                <a:latin typeface="Arial"/>
                <a:ea typeface="Arial"/>
                <a:cs typeface="Arial"/>
              </a:rPr>
              <a:t>PCB fabrication files, 3D-printable parts, parts list and assembly guide</a:t>
            </a:r>
          </a:p>
        </p:txBody>
      </p:sp>
      <p:sp>
        <p:nvSpPr>
          <p:cNvPr id="34" name="Azure storage">
            <a:extLst xmlns:a="http://schemas.openxmlformats.org/drawingml/2006/main">
              <a:ext uri="{FF2B5EF4-FFF2-40B4-BE49-F238E27FC236}">
                <a16:creationId xmlns:a16="http://schemas.microsoft.com/office/drawing/2014/main" id="{8E2D4138-86DE-4F37-B5B2-4735ECDD335B}"/>
              </a:ext>
            </a:extLst>
          </p:cNvPr>
          <p:cNvSpPr>
            <a:spLocks xmlns:a="http://schemas.openxmlformats.org/drawingml/2006/main" noGrp="1"/>
          </p:cNvSpPr>
          <p:nvPr/>
        </p:nvSpPr>
        <p:spPr>
          <a:xfrm xmlns:a="http://schemas.openxmlformats.org/drawingml/2006/main">
            <a:off x="9525000" y="3190875"/>
            <a:ext cx="2286000" cy="2790825"/>
          </a:xfrm>
          <a:prstGeom xmlns:a="http://schemas.openxmlformats.org/drawingml/2006/main" prst="rect">
            <a:avLst/>
          </a:prstGeom>
          <a:solidFill xmlns:a="http://schemas.openxmlformats.org/drawingml/2006/main">
            <a:srgbClr val="EAF3F8"/>
          </a:solidFill>
          <a:ln xmlns:a="http://schemas.openxmlformats.org/drawingml/2006/main" w="9525">
            <a:solidFill>
              <a:srgbClr val="B8C7CD"/>
            </a:solidFill>
            <a:prstDash val="solid"/>
          </a:ln>
        </p:spPr>
      </p:sp>
      <p:sp>
        <p:nvSpPr>
          <p:cNvPr id="35" name="Azure storage">
            <a:extLst xmlns:a="http://schemas.openxmlformats.org/drawingml/2006/main">
              <a:ext uri="{FF2B5EF4-FFF2-40B4-BE49-F238E27FC236}">
                <a16:creationId xmlns:a16="http://schemas.microsoft.com/office/drawing/2014/main" id="{F2458A3F-FB3D-400A-9CE1-06AA2F7F3B48}"/>
              </a:ext>
            </a:extLst>
          </p:cNvPr>
          <p:cNvSpPr>
            <a:spLocks xmlns:a="http://schemas.openxmlformats.org/drawingml/2006/main" noGrp="1"/>
          </p:cNvSpPr>
          <p:nvPr/>
        </p:nvSpPr>
        <p:spPr>
          <a:xfrm xmlns:a="http://schemas.openxmlformats.org/drawingml/2006/main">
            <a:off x="9696450" y="3333750"/>
            <a:ext cx="1943100" cy="3048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725" b="1">
                <a:solidFill>
                  <a:srgbClr val="172A32"/>
                </a:solidFill>
                <a:latin typeface="Arial"/>
                <a:ea typeface="Arial"/>
                <a:cs typeface="Arial"/>
              </a:defRPr>
            </a:defPPr>
            <a:lvl1pPr>
              <a:defRPr sz="1725" b="1">
                <a:solidFill>
                  <a:srgbClr val="172A32"/>
                </a:solidFill>
                <a:latin typeface="Arial"/>
                <a:ea typeface="Arial"/>
                <a:cs typeface="Arial"/>
              </a:defRPr>
            </a:lvl1pPr>
            <a:lvl2pPr>
              <a:defRPr sz="1725" b="1">
                <a:solidFill>
                  <a:srgbClr val="172A32"/>
                </a:solidFill>
                <a:latin typeface="Arial"/>
                <a:ea typeface="Arial"/>
                <a:cs typeface="Arial"/>
              </a:defRPr>
            </a:lvl2pPr>
            <a:lvl3pPr>
              <a:defRPr sz="1725" b="1">
                <a:solidFill>
                  <a:srgbClr val="172A32"/>
                </a:solidFill>
                <a:latin typeface="Arial"/>
                <a:ea typeface="Arial"/>
                <a:cs typeface="Arial"/>
              </a:defRPr>
            </a:lvl3pPr>
            <a:lvl4pPr>
              <a:defRPr sz="1725" b="1">
                <a:solidFill>
                  <a:srgbClr val="172A32"/>
                </a:solidFill>
                <a:latin typeface="Arial"/>
                <a:ea typeface="Arial"/>
                <a:cs typeface="Arial"/>
              </a:defRPr>
            </a:lvl4pPr>
            <a:lvl5pPr>
              <a:defRPr sz="1725" b="1">
                <a:solidFill>
                  <a:srgbClr val="172A32"/>
                </a:solidFill>
                <a:latin typeface="Arial"/>
                <a:ea typeface="Arial"/>
                <a:cs typeface="Arial"/>
              </a:defRPr>
            </a:lvl5pPr>
            <a:lvl6pPr>
              <a:defRPr sz="1725" b="1">
                <a:solidFill>
                  <a:srgbClr val="172A32"/>
                </a:solidFill>
                <a:latin typeface="Arial"/>
                <a:ea typeface="Arial"/>
                <a:cs typeface="Arial"/>
              </a:defRPr>
            </a:lvl6pPr>
            <a:lvl7pPr>
              <a:defRPr sz="1725" b="1">
                <a:solidFill>
                  <a:srgbClr val="172A32"/>
                </a:solidFill>
                <a:latin typeface="Arial"/>
                <a:ea typeface="Arial"/>
                <a:cs typeface="Arial"/>
              </a:defRPr>
            </a:lvl7pPr>
            <a:lvl8pPr>
              <a:defRPr sz="1725" b="1">
                <a:solidFill>
                  <a:srgbClr val="172A32"/>
                </a:solidFill>
                <a:latin typeface="Arial"/>
                <a:ea typeface="Arial"/>
                <a:cs typeface="Arial"/>
              </a:defRPr>
            </a:lvl8pPr>
            <a:lvl9pPr>
              <a:defRPr sz="1725" b="1">
                <a:solidFill>
                  <a:srgbClr val="172A32"/>
                </a:solidFill>
                <a:latin typeface="Arial"/>
                <a:ea typeface="Arial"/>
                <a:cs typeface="Arial"/>
              </a:defRPr>
            </a:lvl9pPr>
          </a:lstStyle>
          <a:p xmlns:a="http://schemas.openxmlformats.org/drawingml/2006/main">
            <a:pPr>
              <a:defRPr sz="1725" b="1">
                <a:solidFill>
                  <a:srgbClr val="172A32"/>
                </a:solidFill>
                <a:latin typeface="Arial"/>
                <a:ea typeface="Arial"/>
                <a:cs typeface="Arial"/>
              </a:defRPr>
            </a:pPr>
            <a:r>
              <a:rPr sz="1725" b="1">
                <a:solidFill>
                  <a:srgbClr val="172A32"/>
                </a:solidFill>
                <a:latin typeface="Arial"/>
                <a:ea typeface="Arial"/>
                <a:cs typeface="Arial"/>
              </a:rPr>
              <a:t>Azure storage</a:t>
            </a:r>
          </a:p>
        </p:txBody>
      </p:sp>
      <p:sp>
        <p:nvSpPr>
          <p:cNvPr id="36" name="Run history">
            <a:extLst xmlns:a="http://schemas.openxmlformats.org/drawingml/2006/main">
              <a:ext uri="{FF2B5EF4-FFF2-40B4-BE49-F238E27FC236}">
                <a16:creationId xmlns:a16="http://schemas.microsoft.com/office/drawing/2014/main" id="{10B399D9-1979-45AA-AD79-F78BBE3D45D2}"/>
              </a:ext>
            </a:extLst>
          </p:cNvPr>
          <p:cNvSpPr>
            <a:spLocks xmlns:a="http://schemas.openxmlformats.org/drawingml/2006/main" noGrp="1"/>
          </p:cNvSpPr>
          <p:nvPr/>
        </p:nvSpPr>
        <p:spPr>
          <a:xfrm xmlns:a="http://schemas.openxmlformats.org/drawingml/2006/main">
            <a:off x="9696450" y="3724275"/>
            <a:ext cx="1943100" cy="2667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575" b="1">
                <a:solidFill>
                  <a:srgbClr val="172A32"/>
                </a:solidFill>
                <a:latin typeface="Arial"/>
                <a:ea typeface="Arial"/>
                <a:cs typeface="Arial"/>
              </a:defRPr>
            </a:defPPr>
            <a:lvl1pPr>
              <a:defRPr sz="1575" b="1">
                <a:solidFill>
                  <a:srgbClr val="172A32"/>
                </a:solidFill>
                <a:latin typeface="Arial"/>
                <a:ea typeface="Arial"/>
                <a:cs typeface="Arial"/>
              </a:defRPr>
            </a:lvl1pPr>
            <a:lvl2pPr>
              <a:defRPr sz="1575" b="1">
                <a:solidFill>
                  <a:srgbClr val="172A32"/>
                </a:solidFill>
                <a:latin typeface="Arial"/>
                <a:ea typeface="Arial"/>
                <a:cs typeface="Arial"/>
              </a:defRPr>
            </a:lvl2pPr>
            <a:lvl3pPr>
              <a:defRPr sz="1575" b="1">
                <a:solidFill>
                  <a:srgbClr val="172A32"/>
                </a:solidFill>
                <a:latin typeface="Arial"/>
                <a:ea typeface="Arial"/>
                <a:cs typeface="Arial"/>
              </a:defRPr>
            </a:lvl3pPr>
            <a:lvl4pPr>
              <a:defRPr sz="1575" b="1">
                <a:solidFill>
                  <a:srgbClr val="172A32"/>
                </a:solidFill>
                <a:latin typeface="Arial"/>
                <a:ea typeface="Arial"/>
                <a:cs typeface="Arial"/>
              </a:defRPr>
            </a:lvl4pPr>
            <a:lvl5pPr>
              <a:defRPr sz="1575" b="1">
                <a:solidFill>
                  <a:srgbClr val="172A32"/>
                </a:solidFill>
                <a:latin typeface="Arial"/>
                <a:ea typeface="Arial"/>
                <a:cs typeface="Arial"/>
              </a:defRPr>
            </a:lvl5pPr>
            <a:lvl6pPr>
              <a:defRPr sz="1575" b="1">
                <a:solidFill>
                  <a:srgbClr val="172A32"/>
                </a:solidFill>
                <a:latin typeface="Arial"/>
                <a:ea typeface="Arial"/>
                <a:cs typeface="Arial"/>
              </a:defRPr>
            </a:lvl6pPr>
            <a:lvl7pPr>
              <a:defRPr sz="1575" b="1">
                <a:solidFill>
                  <a:srgbClr val="172A32"/>
                </a:solidFill>
                <a:latin typeface="Arial"/>
                <a:ea typeface="Arial"/>
                <a:cs typeface="Arial"/>
              </a:defRPr>
            </a:lvl7pPr>
            <a:lvl8pPr>
              <a:defRPr sz="1575" b="1">
                <a:solidFill>
                  <a:srgbClr val="172A32"/>
                </a:solidFill>
                <a:latin typeface="Arial"/>
                <a:ea typeface="Arial"/>
                <a:cs typeface="Arial"/>
              </a:defRPr>
            </a:lvl8pPr>
            <a:lvl9pPr>
              <a:defRPr sz="1575" b="1">
                <a:solidFill>
                  <a:srgbClr val="172A32"/>
                </a:solidFill>
                <a:latin typeface="Arial"/>
                <a:ea typeface="Arial"/>
                <a:cs typeface="Arial"/>
              </a:defRPr>
            </a:lvl9pPr>
          </a:lstStyle>
          <a:p xmlns:a="http://schemas.openxmlformats.org/drawingml/2006/main">
            <a:pPr>
              <a:defRPr sz="1575" b="1">
                <a:solidFill>
                  <a:srgbClr val="172A32"/>
                </a:solidFill>
                <a:latin typeface="Arial"/>
                <a:ea typeface="Arial"/>
                <a:cs typeface="Arial"/>
              </a:defRPr>
            </a:pPr>
            <a:r>
              <a:rPr sz="1575" b="1">
                <a:solidFill>
                  <a:srgbClr val="172A32"/>
                </a:solidFill>
                <a:latin typeface="Arial"/>
                <a:ea typeface="Arial"/>
                <a:cs typeface="Arial"/>
              </a:rPr>
              <a:t>Run history</a:t>
            </a:r>
          </a:p>
        </p:txBody>
      </p:sp>
      <p:sp>
        <p:nvSpPr>
          <p:cNvPr id="37" name="Requirements, designs,&#10;checks ">
            <a:extLst xmlns:a="http://schemas.openxmlformats.org/drawingml/2006/main">
              <a:ext uri="{FF2B5EF4-FFF2-40B4-BE49-F238E27FC236}">
                <a16:creationId xmlns:a16="http://schemas.microsoft.com/office/drawing/2014/main" id="{7BEE4196-02F1-4221-B5A0-2719F6D7CA72}"/>
              </a:ext>
            </a:extLst>
          </p:cNvPr>
          <p:cNvSpPr>
            <a:spLocks xmlns:a="http://schemas.openxmlformats.org/drawingml/2006/main" noGrp="1"/>
          </p:cNvSpPr>
          <p:nvPr/>
        </p:nvSpPr>
        <p:spPr>
          <a:xfrm xmlns:a="http://schemas.openxmlformats.org/drawingml/2006/main">
            <a:off x="9696450" y="4048125"/>
            <a:ext cx="1943100" cy="4667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275" b="0">
                <a:solidFill>
                  <a:srgbClr val="172A32"/>
                </a:solidFill>
                <a:latin typeface="Arial"/>
                <a:ea typeface="Arial"/>
                <a:cs typeface="Arial"/>
              </a:defRPr>
            </a:defPPr>
            <a:lvl1pPr>
              <a:defRPr sz="1275" b="0">
                <a:solidFill>
                  <a:srgbClr val="172A32"/>
                </a:solidFill>
                <a:latin typeface="Arial"/>
                <a:ea typeface="Arial"/>
                <a:cs typeface="Arial"/>
              </a:defRPr>
            </a:lvl1pPr>
            <a:lvl2pPr>
              <a:defRPr sz="1275" b="0">
                <a:solidFill>
                  <a:srgbClr val="172A32"/>
                </a:solidFill>
                <a:latin typeface="Arial"/>
                <a:ea typeface="Arial"/>
                <a:cs typeface="Arial"/>
              </a:defRPr>
            </a:lvl2pPr>
            <a:lvl3pPr>
              <a:defRPr sz="1275" b="0">
                <a:solidFill>
                  <a:srgbClr val="172A32"/>
                </a:solidFill>
                <a:latin typeface="Arial"/>
                <a:ea typeface="Arial"/>
                <a:cs typeface="Arial"/>
              </a:defRPr>
            </a:lvl3pPr>
            <a:lvl4pPr>
              <a:defRPr sz="1275" b="0">
                <a:solidFill>
                  <a:srgbClr val="172A32"/>
                </a:solidFill>
                <a:latin typeface="Arial"/>
                <a:ea typeface="Arial"/>
                <a:cs typeface="Arial"/>
              </a:defRPr>
            </a:lvl4pPr>
            <a:lvl5pPr>
              <a:defRPr sz="1275" b="0">
                <a:solidFill>
                  <a:srgbClr val="172A32"/>
                </a:solidFill>
                <a:latin typeface="Arial"/>
                <a:ea typeface="Arial"/>
                <a:cs typeface="Arial"/>
              </a:defRPr>
            </a:lvl5pPr>
            <a:lvl6pPr>
              <a:defRPr sz="1275" b="0">
                <a:solidFill>
                  <a:srgbClr val="172A32"/>
                </a:solidFill>
                <a:latin typeface="Arial"/>
                <a:ea typeface="Arial"/>
                <a:cs typeface="Arial"/>
              </a:defRPr>
            </a:lvl6pPr>
            <a:lvl7pPr>
              <a:defRPr sz="1275" b="0">
                <a:solidFill>
                  <a:srgbClr val="172A32"/>
                </a:solidFill>
                <a:latin typeface="Arial"/>
                <a:ea typeface="Arial"/>
                <a:cs typeface="Arial"/>
              </a:defRPr>
            </a:lvl7pPr>
            <a:lvl8pPr>
              <a:defRPr sz="1275" b="0">
                <a:solidFill>
                  <a:srgbClr val="172A32"/>
                </a:solidFill>
                <a:latin typeface="Arial"/>
                <a:ea typeface="Arial"/>
                <a:cs typeface="Arial"/>
              </a:defRPr>
            </a:lvl8pPr>
            <a:lvl9pPr>
              <a:defRPr sz="1275" b="0">
                <a:solidFill>
                  <a:srgbClr val="172A32"/>
                </a:solidFill>
                <a:latin typeface="Arial"/>
                <a:ea typeface="Arial"/>
                <a:cs typeface="Arial"/>
              </a:defRPr>
            </a:lvl9pPr>
          </a:lstStyle>
          <a:p xmlns:a="http://schemas.openxmlformats.org/drawingml/2006/main">
            <a:pPr>
              <a:defRPr sz="1275" b="0">
                <a:solidFill>
                  <a:srgbClr val="172A32"/>
                </a:solidFill>
                <a:latin typeface="Arial"/>
                <a:ea typeface="Arial"/>
                <a:cs typeface="Arial"/>
              </a:defRPr>
            </a:pPr>
            <a:r>
              <a:rPr sz="1275" b="0">
                <a:solidFill>
                  <a:srgbClr val="172A32"/>
                </a:solidFill>
                <a:latin typeface="Arial"/>
                <a:ea typeface="Arial"/>
                <a:cs typeface="Arial"/>
              </a:rPr>
              <a:t>Requirements, designs,</a:t>
            </a:r>
          </a:p>
          <a:p xmlns:a="http://schemas.openxmlformats.org/drawingml/2006/main">
            <a:pPr>
              <a:defRPr sz="1275" b="0">
                <a:solidFill>
                  <a:srgbClr val="172A32"/>
                </a:solidFill>
                <a:latin typeface="Arial"/>
                <a:ea typeface="Arial"/>
                <a:cs typeface="Arial"/>
              </a:defRPr>
            </a:pPr>
            <a:r>
              <a:rPr sz="1275" b="0">
                <a:solidFill>
                  <a:srgbClr val="172A32"/>
                </a:solidFill>
                <a:latin typeface="Arial"/>
                <a:ea typeface="Arial"/>
                <a:cs typeface="Arial"/>
              </a:rPr>
              <a:t>checks and prior results</a:t>
            </a:r>
          </a:p>
        </p:txBody>
      </p:sp>
      <p:sp>
        <p:nvSpPr>
          <p:cNvPr id="38" name="Azure Cosmos DB">
            <a:extLst xmlns:a="http://schemas.openxmlformats.org/drawingml/2006/main">
              <a:ext uri="{FF2B5EF4-FFF2-40B4-BE49-F238E27FC236}">
                <a16:creationId xmlns:a16="http://schemas.microsoft.com/office/drawing/2014/main" id="{05103C83-2669-4ACD-B3D4-435A10D0A971}"/>
              </a:ext>
            </a:extLst>
          </p:cNvPr>
          <p:cNvSpPr>
            <a:spLocks xmlns:a="http://schemas.openxmlformats.org/drawingml/2006/main" noGrp="1"/>
          </p:cNvSpPr>
          <p:nvPr/>
        </p:nvSpPr>
        <p:spPr>
          <a:xfrm xmlns:a="http://schemas.openxmlformats.org/drawingml/2006/main">
            <a:off x="9696450" y="4572000"/>
            <a:ext cx="1943100" cy="190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975" b="0">
                <a:solidFill>
                  <a:srgbClr val="566B75"/>
                </a:solidFill>
                <a:latin typeface="Arial"/>
                <a:ea typeface="Arial"/>
                <a:cs typeface="Arial"/>
              </a:defRPr>
            </a:defPPr>
            <a:lvl1pPr>
              <a:defRPr sz="975" b="0">
                <a:solidFill>
                  <a:srgbClr val="566B75"/>
                </a:solidFill>
                <a:latin typeface="Arial"/>
                <a:ea typeface="Arial"/>
                <a:cs typeface="Arial"/>
              </a:defRPr>
            </a:lvl1pPr>
            <a:lvl2pPr>
              <a:defRPr sz="975" b="0">
                <a:solidFill>
                  <a:srgbClr val="566B75"/>
                </a:solidFill>
                <a:latin typeface="Arial"/>
                <a:ea typeface="Arial"/>
                <a:cs typeface="Arial"/>
              </a:defRPr>
            </a:lvl2pPr>
            <a:lvl3pPr>
              <a:defRPr sz="975" b="0">
                <a:solidFill>
                  <a:srgbClr val="566B75"/>
                </a:solidFill>
                <a:latin typeface="Arial"/>
                <a:ea typeface="Arial"/>
                <a:cs typeface="Arial"/>
              </a:defRPr>
            </a:lvl3pPr>
            <a:lvl4pPr>
              <a:defRPr sz="975" b="0">
                <a:solidFill>
                  <a:srgbClr val="566B75"/>
                </a:solidFill>
                <a:latin typeface="Arial"/>
                <a:ea typeface="Arial"/>
                <a:cs typeface="Arial"/>
              </a:defRPr>
            </a:lvl4pPr>
            <a:lvl5pPr>
              <a:defRPr sz="975" b="0">
                <a:solidFill>
                  <a:srgbClr val="566B75"/>
                </a:solidFill>
                <a:latin typeface="Arial"/>
                <a:ea typeface="Arial"/>
                <a:cs typeface="Arial"/>
              </a:defRPr>
            </a:lvl5pPr>
            <a:lvl6pPr>
              <a:defRPr sz="975" b="0">
                <a:solidFill>
                  <a:srgbClr val="566B75"/>
                </a:solidFill>
                <a:latin typeface="Arial"/>
                <a:ea typeface="Arial"/>
                <a:cs typeface="Arial"/>
              </a:defRPr>
            </a:lvl6pPr>
            <a:lvl7pPr>
              <a:defRPr sz="975" b="0">
                <a:solidFill>
                  <a:srgbClr val="566B75"/>
                </a:solidFill>
                <a:latin typeface="Arial"/>
                <a:ea typeface="Arial"/>
                <a:cs typeface="Arial"/>
              </a:defRPr>
            </a:lvl7pPr>
            <a:lvl8pPr>
              <a:defRPr sz="975" b="0">
                <a:solidFill>
                  <a:srgbClr val="566B75"/>
                </a:solidFill>
                <a:latin typeface="Arial"/>
                <a:ea typeface="Arial"/>
                <a:cs typeface="Arial"/>
              </a:defRPr>
            </a:lvl8pPr>
            <a:lvl9pPr>
              <a:defRPr sz="975" b="0">
                <a:solidFill>
                  <a:srgbClr val="566B75"/>
                </a:solidFill>
                <a:latin typeface="Arial"/>
                <a:ea typeface="Arial"/>
                <a:cs typeface="Arial"/>
              </a:defRPr>
            </a:lvl9pPr>
          </a:lstStyle>
          <a:p xmlns:a="http://schemas.openxmlformats.org/drawingml/2006/main">
            <a:pPr>
              <a:defRPr sz="975" b="0">
                <a:solidFill>
                  <a:srgbClr val="566B75"/>
                </a:solidFill>
                <a:latin typeface="Arial"/>
                <a:ea typeface="Arial"/>
                <a:cs typeface="Arial"/>
              </a:defRPr>
            </a:pPr>
            <a:r>
              <a:rPr sz="975" b="0">
                <a:solidFill>
                  <a:srgbClr val="566B75"/>
                </a:solidFill>
                <a:latin typeface="Arial"/>
                <a:ea typeface="Arial"/>
                <a:cs typeface="Arial"/>
              </a:rPr>
              <a:t>Azure Cosmos DB</a:t>
            </a:r>
          </a:p>
        </p:txBody>
      </p:sp>
      <p:sp>
        <p:nvSpPr>
          <p:cNvPr id="39" name="storage divider">
            <a:extLst xmlns:a="http://schemas.openxmlformats.org/drawingml/2006/main">
              <a:ext uri="{FF2B5EF4-FFF2-40B4-BE49-F238E27FC236}">
                <a16:creationId xmlns:a16="http://schemas.microsoft.com/office/drawing/2014/main" id="{E0E236B6-65A6-4CD5-875D-E0F7D1DC697E}"/>
              </a:ext>
            </a:extLst>
          </p:cNvPr>
          <p:cNvSpPr>
            <a:spLocks xmlns:a="http://schemas.openxmlformats.org/drawingml/2006/main" noGrp="1"/>
          </p:cNvSpPr>
          <p:nvPr/>
        </p:nvSpPr>
        <p:spPr>
          <a:xfrm xmlns:a="http://schemas.openxmlformats.org/drawingml/2006/main">
            <a:off x="9696450" y="4895850"/>
            <a:ext cx="1943100" cy="9525"/>
          </a:xfrm>
          <a:prstGeom xmlns:a="http://schemas.openxmlformats.org/drawingml/2006/main" prst="rect">
            <a:avLst/>
          </a:prstGeom>
          <a:solidFill xmlns:a="http://schemas.openxmlformats.org/drawingml/2006/main">
            <a:srgbClr val="B8C7CD"/>
          </a:solidFill>
          <a:ln xmlns:a="http://schemas.openxmlformats.org/drawingml/2006/main" w="9525">
            <a:noFill/>
            <a:prstDash val="solid"/>
          </a:ln>
        </p:spPr>
      </p:sp>
      <p:sp>
        <p:nvSpPr>
          <p:cNvPr id="40" name="Design &amp; build files">
            <a:extLst xmlns:a="http://schemas.openxmlformats.org/drawingml/2006/main">
              <a:ext uri="{FF2B5EF4-FFF2-40B4-BE49-F238E27FC236}">
                <a16:creationId xmlns:a16="http://schemas.microsoft.com/office/drawing/2014/main" id="{58760CD8-7D46-4578-B7EC-A82C72DBD4BB}"/>
              </a:ext>
            </a:extLst>
          </p:cNvPr>
          <p:cNvSpPr>
            <a:spLocks xmlns:a="http://schemas.openxmlformats.org/drawingml/2006/main" noGrp="1"/>
          </p:cNvSpPr>
          <p:nvPr/>
        </p:nvSpPr>
        <p:spPr>
          <a:xfrm xmlns:a="http://schemas.openxmlformats.org/drawingml/2006/main">
            <a:off x="9696450" y="5048250"/>
            <a:ext cx="1943100" cy="2667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575" b="1">
                <a:solidFill>
                  <a:srgbClr val="172A32"/>
                </a:solidFill>
                <a:latin typeface="Arial"/>
                <a:ea typeface="Arial"/>
                <a:cs typeface="Arial"/>
              </a:defRPr>
            </a:defPPr>
            <a:lvl1pPr>
              <a:defRPr sz="1575" b="1">
                <a:solidFill>
                  <a:srgbClr val="172A32"/>
                </a:solidFill>
                <a:latin typeface="Arial"/>
                <a:ea typeface="Arial"/>
                <a:cs typeface="Arial"/>
              </a:defRPr>
            </a:lvl1pPr>
            <a:lvl2pPr>
              <a:defRPr sz="1575" b="1">
                <a:solidFill>
                  <a:srgbClr val="172A32"/>
                </a:solidFill>
                <a:latin typeface="Arial"/>
                <a:ea typeface="Arial"/>
                <a:cs typeface="Arial"/>
              </a:defRPr>
            </a:lvl2pPr>
            <a:lvl3pPr>
              <a:defRPr sz="1575" b="1">
                <a:solidFill>
                  <a:srgbClr val="172A32"/>
                </a:solidFill>
                <a:latin typeface="Arial"/>
                <a:ea typeface="Arial"/>
                <a:cs typeface="Arial"/>
              </a:defRPr>
            </a:lvl3pPr>
            <a:lvl4pPr>
              <a:defRPr sz="1575" b="1">
                <a:solidFill>
                  <a:srgbClr val="172A32"/>
                </a:solidFill>
                <a:latin typeface="Arial"/>
                <a:ea typeface="Arial"/>
                <a:cs typeface="Arial"/>
              </a:defRPr>
            </a:lvl4pPr>
            <a:lvl5pPr>
              <a:defRPr sz="1575" b="1">
                <a:solidFill>
                  <a:srgbClr val="172A32"/>
                </a:solidFill>
                <a:latin typeface="Arial"/>
                <a:ea typeface="Arial"/>
                <a:cs typeface="Arial"/>
              </a:defRPr>
            </a:lvl5pPr>
            <a:lvl6pPr>
              <a:defRPr sz="1575" b="1">
                <a:solidFill>
                  <a:srgbClr val="172A32"/>
                </a:solidFill>
                <a:latin typeface="Arial"/>
                <a:ea typeface="Arial"/>
                <a:cs typeface="Arial"/>
              </a:defRPr>
            </a:lvl6pPr>
            <a:lvl7pPr>
              <a:defRPr sz="1575" b="1">
                <a:solidFill>
                  <a:srgbClr val="172A32"/>
                </a:solidFill>
                <a:latin typeface="Arial"/>
                <a:ea typeface="Arial"/>
                <a:cs typeface="Arial"/>
              </a:defRPr>
            </a:lvl7pPr>
            <a:lvl8pPr>
              <a:defRPr sz="1575" b="1">
                <a:solidFill>
                  <a:srgbClr val="172A32"/>
                </a:solidFill>
                <a:latin typeface="Arial"/>
                <a:ea typeface="Arial"/>
                <a:cs typeface="Arial"/>
              </a:defRPr>
            </a:lvl8pPr>
            <a:lvl9pPr>
              <a:defRPr sz="1575" b="1">
                <a:solidFill>
                  <a:srgbClr val="172A32"/>
                </a:solidFill>
                <a:latin typeface="Arial"/>
                <a:ea typeface="Arial"/>
                <a:cs typeface="Arial"/>
              </a:defRPr>
            </a:lvl9pPr>
          </a:lstStyle>
          <a:p xmlns:a="http://schemas.openxmlformats.org/drawingml/2006/main">
            <a:pPr>
              <a:defRPr sz="1575" b="1">
                <a:solidFill>
                  <a:srgbClr val="172A32"/>
                </a:solidFill>
                <a:latin typeface="Arial"/>
                <a:ea typeface="Arial"/>
                <a:cs typeface="Arial"/>
              </a:defRPr>
            </a:pPr>
            <a:r>
              <a:rPr sz="1575" b="1">
                <a:solidFill>
                  <a:srgbClr val="172A32"/>
                </a:solidFill>
                <a:latin typeface="Arial"/>
                <a:ea typeface="Arial"/>
                <a:cs typeface="Arial"/>
              </a:rPr>
              <a:t>Design &amp; build files</a:t>
            </a:r>
          </a:p>
        </p:txBody>
      </p:sp>
      <p:sp>
        <p:nvSpPr>
          <p:cNvPr id="41" name="CAD, PCB and reports">
            <a:extLst xmlns:a="http://schemas.openxmlformats.org/drawingml/2006/main">
              <a:ext uri="{FF2B5EF4-FFF2-40B4-BE49-F238E27FC236}">
                <a16:creationId xmlns:a16="http://schemas.microsoft.com/office/drawing/2014/main" id="{E2DD98A8-AE48-4C60-BE62-B70DF50767C1}"/>
              </a:ext>
            </a:extLst>
          </p:cNvPr>
          <p:cNvSpPr>
            <a:spLocks xmlns:a="http://schemas.openxmlformats.org/drawingml/2006/main" noGrp="1"/>
          </p:cNvSpPr>
          <p:nvPr/>
        </p:nvSpPr>
        <p:spPr>
          <a:xfrm xmlns:a="http://schemas.openxmlformats.org/drawingml/2006/main">
            <a:off x="9696450" y="5381625"/>
            <a:ext cx="1943100" cy="2667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275" b="0">
                <a:solidFill>
                  <a:srgbClr val="172A32"/>
                </a:solidFill>
                <a:latin typeface="Arial"/>
                <a:ea typeface="Arial"/>
                <a:cs typeface="Arial"/>
              </a:defRPr>
            </a:defPPr>
            <a:lvl1pPr>
              <a:defRPr sz="1275" b="0">
                <a:solidFill>
                  <a:srgbClr val="172A32"/>
                </a:solidFill>
                <a:latin typeface="Arial"/>
                <a:ea typeface="Arial"/>
                <a:cs typeface="Arial"/>
              </a:defRPr>
            </a:lvl1pPr>
            <a:lvl2pPr>
              <a:defRPr sz="1275" b="0">
                <a:solidFill>
                  <a:srgbClr val="172A32"/>
                </a:solidFill>
                <a:latin typeface="Arial"/>
                <a:ea typeface="Arial"/>
                <a:cs typeface="Arial"/>
              </a:defRPr>
            </a:lvl2pPr>
            <a:lvl3pPr>
              <a:defRPr sz="1275" b="0">
                <a:solidFill>
                  <a:srgbClr val="172A32"/>
                </a:solidFill>
                <a:latin typeface="Arial"/>
                <a:ea typeface="Arial"/>
                <a:cs typeface="Arial"/>
              </a:defRPr>
            </a:lvl3pPr>
            <a:lvl4pPr>
              <a:defRPr sz="1275" b="0">
                <a:solidFill>
                  <a:srgbClr val="172A32"/>
                </a:solidFill>
                <a:latin typeface="Arial"/>
                <a:ea typeface="Arial"/>
                <a:cs typeface="Arial"/>
              </a:defRPr>
            </a:lvl4pPr>
            <a:lvl5pPr>
              <a:defRPr sz="1275" b="0">
                <a:solidFill>
                  <a:srgbClr val="172A32"/>
                </a:solidFill>
                <a:latin typeface="Arial"/>
                <a:ea typeface="Arial"/>
                <a:cs typeface="Arial"/>
              </a:defRPr>
            </a:lvl5pPr>
            <a:lvl6pPr>
              <a:defRPr sz="1275" b="0">
                <a:solidFill>
                  <a:srgbClr val="172A32"/>
                </a:solidFill>
                <a:latin typeface="Arial"/>
                <a:ea typeface="Arial"/>
                <a:cs typeface="Arial"/>
              </a:defRPr>
            </a:lvl6pPr>
            <a:lvl7pPr>
              <a:defRPr sz="1275" b="0">
                <a:solidFill>
                  <a:srgbClr val="172A32"/>
                </a:solidFill>
                <a:latin typeface="Arial"/>
                <a:ea typeface="Arial"/>
                <a:cs typeface="Arial"/>
              </a:defRPr>
            </a:lvl7pPr>
            <a:lvl8pPr>
              <a:defRPr sz="1275" b="0">
                <a:solidFill>
                  <a:srgbClr val="172A32"/>
                </a:solidFill>
                <a:latin typeface="Arial"/>
                <a:ea typeface="Arial"/>
                <a:cs typeface="Arial"/>
              </a:defRPr>
            </a:lvl8pPr>
            <a:lvl9pPr>
              <a:defRPr sz="1275" b="0">
                <a:solidFill>
                  <a:srgbClr val="172A32"/>
                </a:solidFill>
                <a:latin typeface="Arial"/>
                <a:ea typeface="Arial"/>
                <a:cs typeface="Arial"/>
              </a:defRPr>
            </a:lvl9pPr>
          </a:lstStyle>
          <a:p xmlns:a="http://schemas.openxmlformats.org/drawingml/2006/main">
            <a:pPr>
              <a:defRPr sz="1275" b="0">
                <a:solidFill>
                  <a:srgbClr val="172A32"/>
                </a:solidFill>
                <a:latin typeface="Arial"/>
                <a:ea typeface="Arial"/>
                <a:cs typeface="Arial"/>
              </a:defRPr>
            </a:pPr>
            <a:r>
              <a:rPr sz="1275" b="0">
                <a:solidFill>
                  <a:srgbClr val="172A32"/>
                </a:solidFill>
                <a:latin typeface="Arial"/>
                <a:ea typeface="Arial"/>
                <a:cs typeface="Arial"/>
              </a:rPr>
              <a:t>CAD, PCB and reports</a:t>
            </a:r>
          </a:p>
        </p:txBody>
      </p:sp>
      <p:sp>
        <p:nvSpPr>
          <p:cNvPr id="42" name="Azure Blob Storage • Private">
            <a:extLst xmlns:a="http://schemas.openxmlformats.org/drawingml/2006/main">
              <a:ext uri="{FF2B5EF4-FFF2-40B4-BE49-F238E27FC236}">
                <a16:creationId xmlns:a16="http://schemas.microsoft.com/office/drawing/2014/main" id="{7BF9967F-22D5-4E02-A210-2C39A40539FC}"/>
              </a:ext>
            </a:extLst>
          </p:cNvPr>
          <p:cNvSpPr>
            <a:spLocks xmlns:a="http://schemas.openxmlformats.org/drawingml/2006/main" noGrp="1"/>
          </p:cNvSpPr>
          <p:nvPr/>
        </p:nvSpPr>
        <p:spPr>
          <a:xfrm xmlns:a="http://schemas.openxmlformats.org/drawingml/2006/main">
            <a:off x="9696450" y="5724525"/>
            <a:ext cx="1943100" cy="2000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975" b="0">
                <a:solidFill>
                  <a:srgbClr val="566B75"/>
                </a:solidFill>
                <a:latin typeface="Arial"/>
                <a:ea typeface="Arial"/>
                <a:cs typeface="Arial"/>
              </a:defRPr>
            </a:defPPr>
            <a:lvl1pPr>
              <a:defRPr sz="975" b="0">
                <a:solidFill>
                  <a:srgbClr val="566B75"/>
                </a:solidFill>
                <a:latin typeface="Arial"/>
                <a:ea typeface="Arial"/>
                <a:cs typeface="Arial"/>
              </a:defRPr>
            </a:lvl1pPr>
            <a:lvl2pPr>
              <a:defRPr sz="975" b="0">
                <a:solidFill>
                  <a:srgbClr val="566B75"/>
                </a:solidFill>
                <a:latin typeface="Arial"/>
                <a:ea typeface="Arial"/>
                <a:cs typeface="Arial"/>
              </a:defRPr>
            </a:lvl2pPr>
            <a:lvl3pPr>
              <a:defRPr sz="975" b="0">
                <a:solidFill>
                  <a:srgbClr val="566B75"/>
                </a:solidFill>
                <a:latin typeface="Arial"/>
                <a:ea typeface="Arial"/>
                <a:cs typeface="Arial"/>
              </a:defRPr>
            </a:lvl3pPr>
            <a:lvl4pPr>
              <a:defRPr sz="975" b="0">
                <a:solidFill>
                  <a:srgbClr val="566B75"/>
                </a:solidFill>
                <a:latin typeface="Arial"/>
                <a:ea typeface="Arial"/>
                <a:cs typeface="Arial"/>
              </a:defRPr>
            </a:lvl4pPr>
            <a:lvl5pPr>
              <a:defRPr sz="975" b="0">
                <a:solidFill>
                  <a:srgbClr val="566B75"/>
                </a:solidFill>
                <a:latin typeface="Arial"/>
                <a:ea typeface="Arial"/>
                <a:cs typeface="Arial"/>
              </a:defRPr>
            </a:lvl5pPr>
            <a:lvl6pPr>
              <a:defRPr sz="975" b="0">
                <a:solidFill>
                  <a:srgbClr val="566B75"/>
                </a:solidFill>
                <a:latin typeface="Arial"/>
                <a:ea typeface="Arial"/>
                <a:cs typeface="Arial"/>
              </a:defRPr>
            </a:lvl6pPr>
            <a:lvl7pPr>
              <a:defRPr sz="975" b="0">
                <a:solidFill>
                  <a:srgbClr val="566B75"/>
                </a:solidFill>
                <a:latin typeface="Arial"/>
                <a:ea typeface="Arial"/>
                <a:cs typeface="Arial"/>
              </a:defRPr>
            </a:lvl7pPr>
            <a:lvl8pPr>
              <a:defRPr sz="975" b="0">
                <a:solidFill>
                  <a:srgbClr val="566B75"/>
                </a:solidFill>
                <a:latin typeface="Arial"/>
                <a:ea typeface="Arial"/>
                <a:cs typeface="Arial"/>
              </a:defRPr>
            </a:lvl8pPr>
            <a:lvl9pPr>
              <a:defRPr sz="975" b="0">
                <a:solidFill>
                  <a:srgbClr val="566B75"/>
                </a:solidFill>
                <a:latin typeface="Arial"/>
                <a:ea typeface="Arial"/>
                <a:cs typeface="Arial"/>
              </a:defRPr>
            </a:lvl9pPr>
          </a:lstStyle>
          <a:p xmlns:a="http://schemas.openxmlformats.org/drawingml/2006/main">
            <a:pPr>
              <a:defRPr sz="975" b="0">
                <a:solidFill>
                  <a:srgbClr val="566B75"/>
                </a:solidFill>
                <a:latin typeface="Arial"/>
                <a:ea typeface="Arial"/>
                <a:cs typeface="Arial"/>
              </a:defRPr>
            </a:pPr>
            <a:r>
              <a:rPr sz="975" b="0">
                <a:solidFill>
                  <a:srgbClr val="566B75"/>
                </a:solidFill>
                <a:latin typeface="Arial"/>
                <a:ea typeface="Arial"/>
                <a:cs typeface="Arial"/>
              </a:rPr>
              <a:t>Azure Blob Storage • Private</a:t>
            </a:r>
          </a:p>
        </p:txBody>
      </p:sp>
      <p:sp>
        <p:nvSpPr>
          <p:cNvPr id="51" name="Save">
            <a:extLst xmlns:a="http://schemas.openxmlformats.org/drawingml/2006/main">
              <a:ext uri="{FF2B5EF4-FFF2-40B4-BE49-F238E27FC236}">
                <a16:creationId xmlns:a16="http://schemas.microsoft.com/office/drawing/2014/main" id="{473A1814-CE41-4D7A-8106-4EFC61012140}"/>
              </a:ext>
            </a:extLst>
          </p:cNvPr>
          <p:cNvSpPr>
            <a:spLocks xmlns:a="http://schemas.openxmlformats.org/drawingml/2006/main" noGrp="1"/>
          </p:cNvSpPr>
          <p:nvPr/>
        </p:nvSpPr>
        <p:spPr>
          <a:xfrm xmlns:a="http://schemas.openxmlformats.org/drawingml/2006/main">
            <a:off x="9020175" y="5229225"/>
            <a:ext cx="457200" cy="190500"/>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975" b="0">
                <a:solidFill>
                  <a:srgbClr val="566B75"/>
                </a:solidFill>
                <a:latin typeface="Arial"/>
                <a:ea typeface="Arial"/>
                <a:cs typeface="Arial"/>
              </a:defRPr>
            </a:defPPr>
            <a:lvl1pPr>
              <a:defRPr sz="975" b="0">
                <a:solidFill>
                  <a:srgbClr val="566B75"/>
                </a:solidFill>
                <a:latin typeface="Arial"/>
                <a:ea typeface="Arial"/>
                <a:cs typeface="Arial"/>
              </a:defRPr>
            </a:lvl1pPr>
            <a:lvl2pPr>
              <a:defRPr sz="975" b="0">
                <a:solidFill>
                  <a:srgbClr val="566B75"/>
                </a:solidFill>
                <a:latin typeface="Arial"/>
                <a:ea typeface="Arial"/>
                <a:cs typeface="Arial"/>
              </a:defRPr>
            </a:lvl2pPr>
            <a:lvl3pPr>
              <a:defRPr sz="975" b="0">
                <a:solidFill>
                  <a:srgbClr val="566B75"/>
                </a:solidFill>
                <a:latin typeface="Arial"/>
                <a:ea typeface="Arial"/>
                <a:cs typeface="Arial"/>
              </a:defRPr>
            </a:lvl3pPr>
            <a:lvl4pPr>
              <a:defRPr sz="975" b="0">
                <a:solidFill>
                  <a:srgbClr val="566B75"/>
                </a:solidFill>
                <a:latin typeface="Arial"/>
                <a:ea typeface="Arial"/>
                <a:cs typeface="Arial"/>
              </a:defRPr>
            </a:lvl4pPr>
            <a:lvl5pPr>
              <a:defRPr sz="975" b="0">
                <a:solidFill>
                  <a:srgbClr val="566B75"/>
                </a:solidFill>
                <a:latin typeface="Arial"/>
                <a:ea typeface="Arial"/>
                <a:cs typeface="Arial"/>
              </a:defRPr>
            </a:lvl5pPr>
            <a:lvl6pPr>
              <a:defRPr sz="975" b="0">
                <a:solidFill>
                  <a:srgbClr val="566B75"/>
                </a:solidFill>
                <a:latin typeface="Arial"/>
                <a:ea typeface="Arial"/>
                <a:cs typeface="Arial"/>
              </a:defRPr>
            </a:lvl6pPr>
            <a:lvl7pPr>
              <a:defRPr sz="975" b="0">
                <a:solidFill>
                  <a:srgbClr val="566B75"/>
                </a:solidFill>
                <a:latin typeface="Arial"/>
                <a:ea typeface="Arial"/>
                <a:cs typeface="Arial"/>
              </a:defRPr>
            </a:lvl7pPr>
            <a:lvl8pPr>
              <a:defRPr sz="975" b="0">
                <a:solidFill>
                  <a:srgbClr val="566B75"/>
                </a:solidFill>
                <a:latin typeface="Arial"/>
                <a:ea typeface="Arial"/>
                <a:cs typeface="Arial"/>
              </a:defRPr>
            </a:lvl8pPr>
            <a:lvl9pPr>
              <a:defRPr sz="975" b="0">
                <a:solidFill>
                  <a:srgbClr val="566B75"/>
                </a:solidFill>
                <a:latin typeface="Arial"/>
                <a:ea typeface="Arial"/>
                <a:cs typeface="Arial"/>
              </a:defRPr>
            </a:lvl9pPr>
          </a:lstStyle>
          <a:p xmlns:a="http://schemas.openxmlformats.org/drawingml/2006/main">
            <a:pPr>
              <a:defRPr sz="975" b="0">
                <a:solidFill>
                  <a:srgbClr val="566B75"/>
                </a:solidFill>
                <a:latin typeface="Arial"/>
                <a:ea typeface="Arial"/>
                <a:cs typeface="Arial"/>
              </a:defRPr>
            </a:pPr>
            <a:r>
              <a:rPr sz="975" b="0">
                <a:solidFill>
                  <a:srgbClr val="566B75"/>
                </a:solidFill>
                <a:latin typeface="Arial"/>
                <a:ea typeface="Arial"/>
                <a:cs typeface="Arial"/>
              </a:rPr>
              <a:t>Save</a:t>
            </a:r>
          </a:p>
        </p:txBody>
      </p:sp>
      <p:sp>
        <p:nvSpPr>
          <p:cNvPr id="52" name="Local state">
            <a:extLst xmlns:a="http://schemas.openxmlformats.org/drawingml/2006/main">
              <a:ext uri="{FF2B5EF4-FFF2-40B4-BE49-F238E27FC236}">
                <a16:creationId xmlns:a16="http://schemas.microsoft.com/office/drawing/2014/main" id="{817FCA8E-DF16-4019-A666-0DFE7AFE8303}"/>
              </a:ext>
            </a:extLst>
          </p:cNvPr>
          <p:cNvSpPr>
            <a:spLocks xmlns:a="http://schemas.openxmlformats.org/drawingml/2006/main" noGrp="1"/>
          </p:cNvSpPr>
          <p:nvPr/>
        </p:nvSpPr>
        <p:spPr>
          <a:xfrm xmlns:a="http://schemas.openxmlformats.org/drawingml/2006/main">
            <a:off x="381000" y="6210300"/>
            <a:ext cx="11430000" cy="409575"/>
          </a:xfrm>
          <a:prstGeom xmlns:a="http://schemas.openxmlformats.org/drawingml/2006/main" prst="rect">
            <a:avLst/>
          </a:prstGeom>
          <a:solidFill xmlns:a="http://schemas.openxmlformats.org/drawingml/2006/main">
            <a:srgbClr val="F5F7F8"/>
          </a:solidFill>
          <a:ln xmlns:a="http://schemas.openxmlformats.org/drawingml/2006/main" w="9525">
            <a:solidFill>
              <a:srgbClr val="B8C7CD"/>
            </a:solidFill>
            <a:prstDash val="solid"/>
          </a:ln>
        </p:spPr>
      </p:sp>
      <p:sp>
        <p:nvSpPr>
          <p:cNvPr id="53" name="Local working state">
            <a:extLst xmlns:a="http://schemas.openxmlformats.org/drawingml/2006/main">
              <a:ext uri="{FF2B5EF4-FFF2-40B4-BE49-F238E27FC236}">
                <a16:creationId xmlns:a16="http://schemas.microsoft.com/office/drawing/2014/main" id="{28D6A9CA-0754-4A78-AE39-864F0FC94B56}"/>
              </a:ext>
            </a:extLst>
          </p:cNvPr>
          <p:cNvSpPr>
            <a:spLocks xmlns:a="http://schemas.openxmlformats.org/drawingml/2006/main" noGrp="1"/>
          </p:cNvSpPr>
          <p:nvPr/>
        </p:nvSpPr>
        <p:spPr>
          <a:xfrm xmlns:a="http://schemas.openxmlformats.org/drawingml/2006/main">
            <a:off x="552450" y="6324600"/>
            <a:ext cx="219075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350" b="1">
                <a:solidFill>
                  <a:srgbClr val="172A32"/>
                </a:solidFill>
                <a:latin typeface="Arial"/>
                <a:ea typeface="Arial"/>
                <a:cs typeface="Arial"/>
              </a:defRPr>
            </a:defPPr>
            <a:lvl1pPr>
              <a:defRPr sz="1350" b="1">
                <a:solidFill>
                  <a:srgbClr val="172A32"/>
                </a:solidFill>
                <a:latin typeface="Arial"/>
                <a:ea typeface="Arial"/>
                <a:cs typeface="Arial"/>
              </a:defRPr>
            </a:lvl1pPr>
            <a:lvl2pPr>
              <a:defRPr sz="1350" b="1">
                <a:solidFill>
                  <a:srgbClr val="172A32"/>
                </a:solidFill>
                <a:latin typeface="Arial"/>
                <a:ea typeface="Arial"/>
                <a:cs typeface="Arial"/>
              </a:defRPr>
            </a:lvl2pPr>
            <a:lvl3pPr>
              <a:defRPr sz="1350" b="1">
                <a:solidFill>
                  <a:srgbClr val="172A32"/>
                </a:solidFill>
                <a:latin typeface="Arial"/>
                <a:ea typeface="Arial"/>
                <a:cs typeface="Arial"/>
              </a:defRPr>
            </a:lvl3pPr>
            <a:lvl4pPr>
              <a:defRPr sz="1350" b="1">
                <a:solidFill>
                  <a:srgbClr val="172A32"/>
                </a:solidFill>
                <a:latin typeface="Arial"/>
                <a:ea typeface="Arial"/>
                <a:cs typeface="Arial"/>
              </a:defRPr>
            </a:lvl4pPr>
            <a:lvl5pPr>
              <a:defRPr sz="1350" b="1">
                <a:solidFill>
                  <a:srgbClr val="172A32"/>
                </a:solidFill>
                <a:latin typeface="Arial"/>
                <a:ea typeface="Arial"/>
                <a:cs typeface="Arial"/>
              </a:defRPr>
            </a:lvl5pPr>
            <a:lvl6pPr>
              <a:defRPr sz="1350" b="1">
                <a:solidFill>
                  <a:srgbClr val="172A32"/>
                </a:solidFill>
                <a:latin typeface="Arial"/>
                <a:ea typeface="Arial"/>
                <a:cs typeface="Arial"/>
              </a:defRPr>
            </a:lvl6pPr>
            <a:lvl7pPr>
              <a:defRPr sz="1350" b="1">
                <a:solidFill>
                  <a:srgbClr val="172A32"/>
                </a:solidFill>
                <a:latin typeface="Arial"/>
                <a:ea typeface="Arial"/>
                <a:cs typeface="Arial"/>
              </a:defRPr>
            </a:lvl7pPr>
            <a:lvl8pPr>
              <a:defRPr sz="1350" b="1">
                <a:solidFill>
                  <a:srgbClr val="172A32"/>
                </a:solidFill>
                <a:latin typeface="Arial"/>
                <a:ea typeface="Arial"/>
                <a:cs typeface="Arial"/>
              </a:defRPr>
            </a:lvl8pPr>
            <a:lvl9pPr>
              <a:defRPr sz="1350" b="1">
                <a:solidFill>
                  <a:srgbClr val="172A32"/>
                </a:solidFill>
                <a:latin typeface="Arial"/>
                <a:ea typeface="Arial"/>
                <a:cs typeface="Arial"/>
              </a:defRPr>
            </a:lvl9pPr>
          </a:lstStyle>
          <a:p xmlns:a="http://schemas.openxmlformats.org/drawingml/2006/main">
            <a:pPr>
              <a:defRPr sz="1350" b="1">
                <a:solidFill>
                  <a:srgbClr val="172A32"/>
                </a:solidFill>
                <a:latin typeface="Arial"/>
                <a:ea typeface="Arial"/>
                <a:cs typeface="Arial"/>
              </a:defRPr>
            </a:pPr>
            <a:r>
              <a:rPr sz="1350" b="1">
                <a:solidFill>
                  <a:srgbClr val="172A32"/>
                </a:solidFill>
                <a:latin typeface="Arial"/>
                <a:ea typeface="Arial"/>
                <a:cs typeface="Arial"/>
              </a:rPr>
              <a:t>Local working state</a:t>
            </a:r>
          </a:p>
        </p:txBody>
      </p:sp>
      <p:sp>
        <p:nvSpPr>
          <p:cNvPr id="54" name="Checkpoints, events and lesson">
            <a:extLst xmlns:a="http://schemas.openxmlformats.org/drawingml/2006/main">
              <a:ext uri="{FF2B5EF4-FFF2-40B4-BE49-F238E27FC236}">
                <a16:creationId xmlns:a16="http://schemas.microsoft.com/office/drawing/2014/main" id="{EF03964D-776C-4855-8FA6-9F67CB82ABFD}"/>
              </a:ext>
            </a:extLst>
          </p:cNvPr>
          <p:cNvSpPr>
            <a:spLocks xmlns:a="http://schemas.openxmlformats.org/drawingml/2006/main" noGrp="1"/>
          </p:cNvSpPr>
          <p:nvPr/>
        </p:nvSpPr>
        <p:spPr>
          <a:xfrm xmlns:a="http://schemas.openxmlformats.org/drawingml/2006/main">
            <a:off x="2857500" y="6334125"/>
            <a:ext cx="8763000" cy="238125"/>
          </a:xfrm>
          <a:prstGeom xmlns:a="http://schemas.openxmlformats.org/drawingml/2006/main" prst="rect">
            <a:avLst/>
          </a:prstGeom>
          <a:noFill xmlns:a="http://schemas.openxmlformats.org/drawingml/2006/main"/>
          <a:ln xmlns:a="http://schemas.openxmlformats.org/drawingml/2006/main" w="9525">
            <a:noFill/>
            <a:prstDash val="solid"/>
          </a:ln>
        </p:spPr>
        <p:txBody>
          <a:bodyPr xmlns:a="http://schemas.openxmlformats.org/drawingml/2006/main" lIns="0" tIns="0" rIns="0" bIns="0"/>
          <a:lstStyle xmlns:a="http://schemas.openxmlformats.org/drawingml/2006/main">
            <a:defPPr>
              <a:defRPr sz="1200" b="0">
                <a:solidFill>
                  <a:srgbClr val="566B75"/>
                </a:solidFill>
                <a:latin typeface="Arial"/>
                <a:ea typeface="Arial"/>
                <a:cs typeface="Arial"/>
              </a:defRPr>
            </a:defPPr>
            <a:lvl1pPr>
              <a:defRPr sz="1200" b="0">
                <a:solidFill>
                  <a:srgbClr val="566B75"/>
                </a:solidFill>
                <a:latin typeface="Arial"/>
                <a:ea typeface="Arial"/>
                <a:cs typeface="Arial"/>
              </a:defRPr>
            </a:lvl1pPr>
            <a:lvl2pPr>
              <a:defRPr sz="1200" b="0">
                <a:solidFill>
                  <a:srgbClr val="566B75"/>
                </a:solidFill>
                <a:latin typeface="Arial"/>
                <a:ea typeface="Arial"/>
                <a:cs typeface="Arial"/>
              </a:defRPr>
            </a:lvl2pPr>
            <a:lvl3pPr>
              <a:defRPr sz="1200" b="0">
                <a:solidFill>
                  <a:srgbClr val="566B75"/>
                </a:solidFill>
                <a:latin typeface="Arial"/>
                <a:ea typeface="Arial"/>
                <a:cs typeface="Arial"/>
              </a:defRPr>
            </a:lvl3pPr>
            <a:lvl4pPr>
              <a:defRPr sz="1200" b="0">
                <a:solidFill>
                  <a:srgbClr val="566B75"/>
                </a:solidFill>
                <a:latin typeface="Arial"/>
                <a:ea typeface="Arial"/>
                <a:cs typeface="Arial"/>
              </a:defRPr>
            </a:lvl4pPr>
            <a:lvl5pPr>
              <a:defRPr sz="1200" b="0">
                <a:solidFill>
                  <a:srgbClr val="566B75"/>
                </a:solidFill>
                <a:latin typeface="Arial"/>
                <a:ea typeface="Arial"/>
                <a:cs typeface="Arial"/>
              </a:defRPr>
            </a:lvl5pPr>
            <a:lvl6pPr>
              <a:defRPr sz="1200" b="0">
                <a:solidFill>
                  <a:srgbClr val="566B75"/>
                </a:solidFill>
                <a:latin typeface="Arial"/>
                <a:ea typeface="Arial"/>
                <a:cs typeface="Arial"/>
              </a:defRPr>
            </a:lvl6pPr>
            <a:lvl7pPr>
              <a:defRPr sz="1200" b="0">
                <a:solidFill>
                  <a:srgbClr val="566B75"/>
                </a:solidFill>
                <a:latin typeface="Arial"/>
                <a:ea typeface="Arial"/>
                <a:cs typeface="Arial"/>
              </a:defRPr>
            </a:lvl7pPr>
            <a:lvl8pPr>
              <a:defRPr sz="1200" b="0">
                <a:solidFill>
                  <a:srgbClr val="566B75"/>
                </a:solidFill>
                <a:latin typeface="Arial"/>
                <a:ea typeface="Arial"/>
                <a:cs typeface="Arial"/>
              </a:defRPr>
            </a:lvl8pPr>
            <a:lvl9pPr>
              <a:defRPr sz="1200" b="0">
                <a:solidFill>
                  <a:srgbClr val="566B75"/>
                </a:solidFill>
                <a:latin typeface="Arial"/>
                <a:ea typeface="Arial"/>
                <a:cs typeface="Arial"/>
              </a:defRPr>
            </a:lvl9pPr>
          </a:lstStyle>
          <a:p xmlns:a="http://schemas.openxmlformats.org/drawingml/2006/main">
            <a:pPr>
              <a:defRPr sz="1200" b="0">
                <a:solidFill>
                  <a:srgbClr val="566B75"/>
                </a:solidFill>
                <a:latin typeface="Arial"/>
                <a:ea typeface="Arial"/>
                <a:cs typeface="Arial"/>
              </a:defRPr>
            </a:pPr>
            <a:r>
              <a:rPr sz="1200" b="0">
                <a:solidFill>
                  <a:srgbClr val="566B75"/>
                </a:solidFill>
                <a:latin typeface="Arial"/>
                <a:ea typeface="Arial"/>
                <a:cs typeface="Arial"/>
              </a:rPr>
              <a:t>Checkpoints, events and lessons stay local. Run records and generated files are copied to Azure.</a:t>
            </a:r>
          </a:p>
        </p:txBody>
      </p:sp>
    </p:spTree>
    <p:extLst>
      <p:ext uri="{BB962C8B-B14F-4D97-AF65-F5344CB8AC3E}">
        <p14:creationId xmlns:p14="http://schemas.microsoft.com/office/powerpoint/2010/main" val="19399586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2026-10-25T05:14:22.0070000Z</dcterms:created>
  <dcterms:modified xsi:type="dcterms:W3CDTF">2026-10-25T05:14:22.0070000Z</dcterms:modified>
</coreProperties>
</file>